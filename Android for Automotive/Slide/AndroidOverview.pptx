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6"/>
  </p:notesMasterIdLst>
  <p:handoutMasterIdLst>
    <p:handoutMasterId r:id="rId37"/>
  </p:handoutMasterIdLst>
  <p:sldIdLst>
    <p:sldId id="346" r:id="rId5"/>
    <p:sldId id="399" r:id="rId6"/>
    <p:sldId id="566" r:id="rId7"/>
    <p:sldId id="567" r:id="rId8"/>
    <p:sldId id="568" r:id="rId9"/>
    <p:sldId id="569" r:id="rId10"/>
    <p:sldId id="570" r:id="rId11"/>
    <p:sldId id="571" r:id="rId12"/>
    <p:sldId id="572" r:id="rId13"/>
    <p:sldId id="573" r:id="rId14"/>
    <p:sldId id="574" r:id="rId15"/>
    <p:sldId id="575" r:id="rId16"/>
    <p:sldId id="576" r:id="rId17"/>
    <p:sldId id="577" r:id="rId18"/>
    <p:sldId id="578" r:id="rId19"/>
    <p:sldId id="579" r:id="rId20"/>
    <p:sldId id="580" r:id="rId21"/>
    <p:sldId id="581" r:id="rId22"/>
    <p:sldId id="582" r:id="rId23"/>
    <p:sldId id="583" r:id="rId24"/>
    <p:sldId id="584" r:id="rId25"/>
    <p:sldId id="585" r:id="rId26"/>
    <p:sldId id="586" r:id="rId27"/>
    <p:sldId id="587" r:id="rId28"/>
    <p:sldId id="588" r:id="rId29"/>
    <p:sldId id="589" r:id="rId30"/>
    <p:sldId id="590" r:id="rId31"/>
    <p:sldId id="591" r:id="rId32"/>
    <p:sldId id="592" r:id="rId33"/>
    <p:sldId id="593" r:id="rId34"/>
    <p:sldId id="352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D2296E55-8C78-4558-A9C0-5F6CF4B36FDC}">
          <p14:sldIdLst>
            <p14:sldId id="346"/>
            <p14:sldId id="399"/>
            <p14:sldId id="566"/>
            <p14:sldId id="567"/>
            <p14:sldId id="568"/>
            <p14:sldId id="569"/>
            <p14:sldId id="570"/>
            <p14:sldId id="571"/>
            <p14:sldId id="572"/>
            <p14:sldId id="573"/>
            <p14:sldId id="574"/>
            <p14:sldId id="575"/>
            <p14:sldId id="576"/>
            <p14:sldId id="577"/>
            <p14:sldId id="578"/>
            <p14:sldId id="579"/>
            <p14:sldId id="580"/>
            <p14:sldId id="581"/>
            <p14:sldId id="582"/>
            <p14:sldId id="583"/>
            <p14:sldId id="584"/>
            <p14:sldId id="585"/>
            <p14:sldId id="586"/>
            <p14:sldId id="587"/>
            <p14:sldId id="588"/>
            <p14:sldId id="589"/>
            <p14:sldId id="590"/>
            <p14:sldId id="591"/>
            <p14:sldId id="592"/>
            <p14:sldId id="593"/>
            <p14:sldId id="35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8EA"/>
    <a:srgbClr val="FFFD8C"/>
    <a:srgbClr val="337CCF"/>
    <a:srgbClr val="1450A3"/>
    <a:srgbClr val="EB1A7A"/>
    <a:srgbClr val="F25F90"/>
    <a:srgbClr val="F388A8"/>
    <a:srgbClr val="8064A2"/>
    <a:srgbClr val="FFC7EA"/>
    <a:srgbClr val="97FF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72687B0-8952-4A8B-A952-4D16D0A07460}" v="27" dt="2021-04-29T02:41:34.470"/>
    <p1510:client id="{9EC59322-4FC3-4A7A-8994-0B8C9C6AE8A6}" v="19" dt="2021-04-29T05:19:42.0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457" autoAdjust="0"/>
    <p:restoredTop sz="93979" autoAdjust="0"/>
  </p:normalViewPr>
  <p:slideViewPr>
    <p:cSldViewPr snapToGrid="0">
      <p:cViewPr varScale="1">
        <p:scale>
          <a:sx n="88" d="100"/>
          <a:sy n="88" d="100"/>
        </p:scale>
        <p:origin x="677" y="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49" d="100"/>
          <a:sy n="49" d="100"/>
        </p:scale>
        <p:origin x="2988" y="6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1A37C04-92BC-4055-97FE-510C00A8583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F50478-EB01-4877-9F98-DBCC8BEE2C5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5F93FD-9B07-4FA3-8939-62C983D36162}" type="datetimeFigureOut">
              <a:rPr lang="en-US" smtClean="0"/>
              <a:t>9/28/2023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13A81E-5269-404A-9FA7-76BEAFDE8FB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333504-B475-4B63-A3C4-0FDCEAC2D84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A373BC-CC95-41E2-ADB5-BA4C836715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0610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FC4216-D418-4EC3-929A-C2AE397A95B0}" type="datetimeFigureOut">
              <a:rPr lang="en-US" smtClean="0"/>
              <a:t>9/28/2023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C6BD82-1A69-40ED-A2D3-9FA29ED45D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0511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D853D4D6-1769-4A98-A5BC-AF2A2551FB1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28" r="7894"/>
          <a:stretch/>
        </p:blipFill>
        <p:spPr>
          <a:xfrm>
            <a:off x="6354225" y="-3022"/>
            <a:ext cx="5820957" cy="68580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639349" y="6323177"/>
            <a:ext cx="6071471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09e-BM/DT/FSOFT - @FPT SOFTWARE - FPT Software Academy - Internal Use</a:t>
            </a:r>
          </a:p>
        </p:txBody>
      </p:sp>
      <p:sp>
        <p:nvSpPr>
          <p:cNvPr id="8" name="Parallelogram 7">
            <a:extLst>
              <a:ext uri="{FF2B5EF4-FFF2-40B4-BE49-F238E27FC236}">
                <a16:creationId xmlns:a16="http://schemas.microsoft.com/office/drawing/2014/main" id="{4BE391D0-E514-43A8-909D-4554ECFBC930}"/>
              </a:ext>
            </a:extLst>
          </p:cNvPr>
          <p:cNvSpPr/>
          <p:nvPr/>
        </p:nvSpPr>
        <p:spPr>
          <a:xfrm>
            <a:off x="3195747" y="6293862"/>
            <a:ext cx="1350028" cy="564138"/>
          </a:xfrm>
          <a:prstGeom prst="parallelogram">
            <a:avLst>
              <a:gd name="adj" fmla="val 85423"/>
            </a:avLst>
          </a:prstGeom>
          <a:solidFill>
            <a:srgbClr val="76BE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9AB1E96-AC5C-4524-A956-775F6B28C827}"/>
              </a:ext>
            </a:extLst>
          </p:cNvPr>
          <p:cNvSpPr/>
          <p:nvPr/>
        </p:nvSpPr>
        <p:spPr>
          <a:xfrm>
            <a:off x="0" y="6295819"/>
            <a:ext cx="4325150" cy="575254"/>
          </a:xfrm>
          <a:custGeom>
            <a:avLst/>
            <a:gdLst>
              <a:gd name="connsiteX0" fmla="*/ 0 w 4325150"/>
              <a:gd name="connsiteY0" fmla="*/ 0 h 575254"/>
              <a:gd name="connsiteX1" fmla="*/ 3811653 w 4325150"/>
              <a:gd name="connsiteY1" fmla="*/ 0 h 575254"/>
              <a:gd name="connsiteX2" fmla="*/ 4325150 w 4325150"/>
              <a:gd name="connsiteY2" fmla="*/ 0 h 575254"/>
              <a:gd name="connsiteX3" fmla="*/ 3811653 w 4325150"/>
              <a:gd name="connsiteY3" fmla="*/ 575254 h 575254"/>
              <a:gd name="connsiteX4" fmla="*/ 3811653 w 4325150"/>
              <a:gd name="connsiteY4" fmla="*/ 564140 h 575254"/>
              <a:gd name="connsiteX5" fmla="*/ 0 w 4325150"/>
              <a:gd name="connsiteY5" fmla="*/ 564140 h 575254"/>
              <a:gd name="connsiteX6" fmla="*/ 0 w 4325150"/>
              <a:gd name="connsiteY6" fmla="*/ 0 h 5752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25150" h="575254">
                <a:moveTo>
                  <a:pt x="0" y="0"/>
                </a:moveTo>
                <a:lnTo>
                  <a:pt x="3811653" y="0"/>
                </a:lnTo>
                <a:lnTo>
                  <a:pt x="4325150" y="0"/>
                </a:lnTo>
                <a:lnTo>
                  <a:pt x="3811653" y="575254"/>
                </a:lnTo>
                <a:lnTo>
                  <a:pt x="3811653" y="564140"/>
                </a:lnTo>
                <a:lnTo>
                  <a:pt x="0" y="564140"/>
                </a:lnTo>
                <a:lnTo>
                  <a:pt x="0" y="0"/>
                </a:lnTo>
                <a:close/>
              </a:path>
            </a:pathLst>
          </a:custGeom>
          <a:solidFill>
            <a:srgbClr val="3963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35B5763-43D7-467E-9CD1-08FB57025AC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092" y="6439169"/>
            <a:ext cx="2257466" cy="288555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EC2033F-152D-464B-8E17-4E68EDAAF7E1}"/>
              </a:ext>
            </a:extLst>
          </p:cNvPr>
          <p:cNvSpPr/>
          <p:nvPr/>
        </p:nvSpPr>
        <p:spPr>
          <a:xfrm>
            <a:off x="9601200" y="0"/>
            <a:ext cx="2590800" cy="10323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455C60A1-484E-424A-9DC8-6CB6B6EC92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2737" y="4301941"/>
            <a:ext cx="6528619" cy="564138"/>
          </a:xfrm>
        </p:spPr>
        <p:txBody>
          <a:bodyPr>
            <a:normAutofit/>
          </a:bodyPr>
          <a:lstStyle>
            <a:lvl1pPr marL="0" indent="0" algn="l">
              <a:buNone/>
              <a:defRPr sz="24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729F0D-8E43-4BE3-9E48-7C6F7D344E9A}"/>
              </a:ext>
            </a:extLst>
          </p:cNvPr>
          <p:cNvSpPr/>
          <p:nvPr/>
        </p:nvSpPr>
        <p:spPr>
          <a:xfrm>
            <a:off x="0" y="0"/>
            <a:ext cx="602960" cy="13440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ED270FD-5558-48C6-A7C5-6F578E7ACC6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480" y="259214"/>
            <a:ext cx="1535088" cy="786186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FA11D7E9-137A-4356-B0D8-F80D077CEA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549" y="2781430"/>
            <a:ext cx="10515600" cy="96667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313843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509963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CB4C66-D3F5-4BC0-A111-AE6CEB5BB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639349" y="6323177"/>
            <a:ext cx="6071471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09e-BM/DT/FSOFT - @FPT SOFTWARE - FPT </a:t>
            </a:r>
            <a:r>
              <a:rPr lang="en-US"/>
              <a:t>Software Academy </a:t>
            </a:r>
            <a:r>
              <a:rPr lang="en-US" dirty="0"/>
              <a:t>- Internal Use</a:t>
            </a:r>
          </a:p>
        </p:txBody>
      </p:sp>
    </p:spTree>
    <p:extLst>
      <p:ext uri="{BB962C8B-B14F-4D97-AF65-F5344CB8AC3E}">
        <p14:creationId xmlns:p14="http://schemas.microsoft.com/office/powerpoint/2010/main" val="19777914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5496" y="182300"/>
            <a:ext cx="10618304" cy="81017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5496" y="1148972"/>
            <a:ext cx="10618304" cy="5014932"/>
          </a:xfrm>
        </p:spPr>
        <p:txBody>
          <a:bodyPr/>
          <a:lstStyle>
            <a:lvl1pPr marL="228600" indent="-2286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/>
            </a:lvl1pPr>
            <a:lvl2pPr marL="685800" indent="-2286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ü"/>
              <a:defRPr/>
            </a:lvl2pPr>
            <a:lvl3pPr>
              <a:lnSpc>
                <a:spcPct val="100000"/>
              </a:lnSpc>
              <a:spcBef>
                <a:spcPts val="600"/>
              </a:spcBef>
              <a:defRPr/>
            </a:lvl3pPr>
            <a:lvl4pPr>
              <a:lnSpc>
                <a:spcPct val="100000"/>
              </a:lnSpc>
              <a:spcBef>
                <a:spcPts val="600"/>
              </a:spcBef>
              <a:defRPr/>
            </a:lvl4pPr>
            <a:lvl5pPr>
              <a:lnSpc>
                <a:spcPct val="100000"/>
              </a:lnSpc>
              <a:spcBef>
                <a:spcPts val="600"/>
              </a:spcBef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DAB0F-01A5-4AB0-84E3-BA9DDAF2044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68EFDA9D-3256-4B09-AD67-BC13A2BD1A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901329" y="6320400"/>
            <a:ext cx="60714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09e-BM/DT/FSOFT - @FPT SOFTWARE - FPT Software Academy - Internal Use</a:t>
            </a:r>
          </a:p>
        </p:txBody>
      </p:sp>
    </p:spTree>
    <p:extLst>
      <p:ext uri="{BB962C8B-B14F-4D97-AF65-F5344CB8AC3E}">
        <p14:creationId xmlns:p14="http://schemas.microsoft.com/office/powerpoint/2010/main" val="15594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2768832"/>
            <a:ext cx="10515600" cy="2666531"/>
          </a:xfrm>
        </p:spPr>
        <p:txBody>
          <a:bodyPr anchor="t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2032847"/>
            <a:ext cx="10515600" cy="735985"/>
          </a:xfrm>
        </p:spPr>
        <p:txBody>
          <a:bodyPr anchor="ctr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DAB0F-01A5-4AB0-84E3-BA9DDAF2044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724ED51-80BC-45B7-BF13-7863F1C0058D}"/>
              </a:ext>
            </a:extLst>
          </p:cNvPr>
          <p:cNvSpPr/>
          <p:nvPr/>
        </p:nvSpPr>
        <p:spPr>
          <a:xfrm>
            <a:off x="0" y="103239"/>
            <a:ext cx="486697" cy="9438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B634E65-81C3-4903-94C6-20182E22C995}"/>
              </a:ext>
            </a:extLst>
          </p:cNvPr>
          <p:cNvSpPr/>
          <p:nvPr/>
        </p:nvSpPr>
        <p:spPr>
          <a:xfrm>
            <a:off x="0" y="2032847"/>
            <a:ext cx="213695" cy="648945"/>
          </a:xfrm>
          <a:prstGeom prst="rect">
            <a:avLst/>
          </a:prstGeom>
          <a:solidFill>
            <a:srgbClr val="3963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EE77C91-7B10-4D08-B05A-38C1EDFCEE6B}"/>
              </a:ext>
            </a:extLst>
          </p:cNvPr>
          <p:cNvSpPr/>
          <p:nvPr/>
        </p:nvSpPr>
        <p:spPr>
          <a:xfrm>
            <a:off x="300710" y="2032847"/>
            <a:ext cx="126993" cy="648945"/>
          </a:xfrm>
          <a:prstGeom prst="rect">
            <a:avLst/>
          </a:prstGeom>
          <a:solidFill>
            <a:srgbClr val="76BE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56C839EE-3AFB-42ED-A396-BB8BFF7AB8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901329" y="6320400"/>
            <a:ext cx="60714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09e-BM/DT/FSOFT - @FPT SOFTWARE - FPT Software Academy - Internal Use</a:t>
            </a:r>
          </a:p>
        </p:txBody>
      </p:sp>
    </p:spTree>
    <p:extLst>
      <p:ext uri="{BB962C8B-B14F-4D97-AF65-F5344CB8AC3E}">
        <p14:creationId xmlns:p14="http://schemas.microsoft.com/office/powerpoint/2010/main" val="36808625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62594"/>
            <a:ext cx="10515600" cy="790954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287556"/>
            <a:ext cx="5181600" cy="4966685"/>
          </a:xfrm>
        </p:spPr>
        <p:txBody>
          <a:bodyPr/>
          <a:lstStyle>
            <a:lvl1pPr marL="228600" indent="-2286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/>
            </a:lvl1pPr>
            <a:lvl2pPr marL="685800" indent="-2286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ü"/>
              <a:defRPr/>
            </a:lvl2pPr>
            <a:lvl3pPr>
              <a:lnSpc>
                <a:spcPct val="100000"/>
              </a:lnSpc>
              <a:spcBef>
                <a:spcPts val="600"/>
              </a:spcBef>
              <a:defRPr/>
            </a:lvl3pPr>
            <a:lvl4pPr>
              <a:lnSpc>
                <a:spcPct val="100000"/>
              </a:lnSpc>
              <a:spcBef>
                <a:spcPts val="600"/>
              </a:spcBef>
              <a:defRPr/>
            </a:lvl4pPr>
            <a:lvl5pPr>
              <a:lnSpc>
                <a:spcPct val="100000"/>
              </a:lnSpc>
              <a:spcBef>
                <a:spcPts val="6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287555"/>
            <a:ext cx="5181600" cy="4966685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Wingdings" panose="05000000000000000000" pitchFamily="2" charset="2"/>
              <a:buChar char="ü"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DAB0F-01A5-4AB0-84E3-BA9DDAF2044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FE5354D4-AE78-4FA0-A247-75C8A048D6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901329" y="6320400"/>
            <a:ext cx="60714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09e-BM/DT/FSOFT - @FPT SOFTWARE - FPT Software Academy - Internal Use</a:t>
            </a:r>
          </a:p>
        </p:txBody>
      </p:sp>
    </p:spTree>
    <p:extLst>
      <p:ext uri="{BB962C8B-B14F-4D97-AF65-F5344CB8AC3E}">
        <p14:creationId xmlns:p14="http://schemas.microsoft.com/office/powerpoint/2010/main" val="34215515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5192" y="1157496"/>
            <a:ext cx="5347956" cy="823912"/>
          </a:xfrm>
        </p:spPr>
        <p:txBody>
          <a:bodyPr anchor="ctr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5192" y="2025654"/>
            <a:ext cx="5347956" cy="4257804"/>
          </a:xfrm>
        </p:spPr>
        <p:txBody>
          <a:bodyPr/>
          <a:lstStyle>
            <a:lvl1pPr marL="457200" indent="-4572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/>
            </a:lvl1pPr>
            <a:lvl2pPr marL="685800" indent="-2286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ü"/>
              <a:defRPr/>
            </a:lvl2pPr>
            <a:lvl3pPr>
              <a:lnSpc>
                <a:spcPct val="100000"/>
              </a:lnSpc>
              <a:spcBef>
                <a:spcPts val="600"/>
              </a:spcBef>
              <a:defRPr/>
            </a:lvl3pPr>
            <a:lvl4pPr>
              <a:lnSpc>
                <a:spcPct val="100000"/>
              </a:lnSpc>
              <a:spcBef>
                <a:spcPts val="600"/>
              </a:spcBef>
              <a:defRPr/>
            </a:lvl4pPr>
            <a:lvl5pPr>
              <a:lnSpc>
                <a:spcPct val="100000"/>
              </a:lnSpc>
              <a:spcBef>
                <a:spcPts val="6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07772" y="1157496"/>
            <a:ext cx="5183188" cy="823912"/>
          </a:xfrm>
        </p:spPr>
        <p:txBody>
          <a:bodyPr anchor="ctr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07772" y="1981408"/>
            <a:ext cx="5183188" cy="4257804"/>
          </a:xfrm>
        </p:spPr>
        <p:txBody>
          <a:bodyPr/>
          <a:lstStyle>
            <a:lvl1pPr marL="228600" indent="-2286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/>
            </a:lvl1pPr>
            <a:lvl2pPr marL="685800" indent="-2286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ü"/>
              <a:defRPr/>
            </a:lvl2pPr>
            <a:lvl3pPr>
              <a:lnSpc>
                <a:spcPct val="100000"/>
              </a:lnSpc>
              <a:spcBef>
                <a:spcPts val="600"/>
              </a:spcBef>
              <a:defRPr/>
            </a:lvl3pPr>
            <a:lvl4pPr>
              <a:lnSpc>
                <a:spcPct val="100000"/>
              </a:lnSpc>
              <a:spcBef>
                <a:spcPts val="600"/>
              </a:spcBef>
              <a:defRPr/>
            </a:lvl4pPr>
            <a:lvl5pPr>
              <a:lnSpc>
                <a:spcPct val="100000"/>
              </a:lnSpc>
              <a:spcBef>
                <a:spcPts val="6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DAB0F-01A5-4AB0-84E3-BA9DDAF20443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A366CE84-F229-4519-9CAF-24D911C14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191" y="172475"/>
            <a:ext cx="10705769" cy="811499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A90C2898-BD78-4B78-B83A-332AEA95B79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901329" y="6320400"/>
            <a:ext cx="60714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09e-BM/DT/FSOFT - @FPT SOFTWARE - FPT Software Academy - Internal Use</a:t>
            </a:r>
          </a:p>
        </p:txBody>
      </p:sp>
    </p:spTree>
    <p:extLst>
      <p:ext uri="{BB962C8B-B14F-4D97-AF65-F5344CB8AC3E}">
        <p14:creationId xmlns:p14="http://schemas.microsoft.com/office/powerpoint/2010/main" val="18955690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DAB0F-01A5-4AB0-84E3-BA9DDAF20443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2DB8FF0-427D-448C-8CE4-358B460FA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1248"/>
            <a:ext cx="10515600" cy="966672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B9CEFD97-C22E-4E5E-A71E-FAB68258B9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901329" y="6320400"/>
            <a:ext cx="60714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09e-BM/DT/FSOFT - @FPT SOFTWARE - FPT Software Academy - Internal Use</a:t>
            </a:r>
          </a:p>
        </p:txBody>
      </p:sp>
    </p:spTree>
    <p:extLst>
      <p:ext uri="{BB962C8B-B14F-4D97-AF65-F5344CB8AC3E}">
        <p14:creationId xmlns:p14="http://schemas.microsoft.com/office/powerpoint/2010/main" val="1884822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DAB0F-01A5-4AB0-84E3-BA9DDAF20443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E5BFEF-8812-4F3D-A2DC-BB1E2B2C7B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901329" y="6320400"/>
            <a:ext cx="60714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09e-BM/DT/FSOFT - @FPT SOFTWARE - FPT Software Academy - Internal Use</a:t>
            </a:r>
          </a:p>
        </p:txBody>
      </p:sp>
    </p:spTree>
    <p:extLst>
      <p:ext uri="{BB962C8B-B14F-4D97-AF65-F5344CB8AC3E}">
        <p14:creationId xmlns:p14="http://schemas.microsoft.com/office/powerpoint/2010/main" val="14580625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5678" y="188260"/>
            <a:ext cx="9621663" cy="799166"/>
          </a:xfrm>
        </p:spPr>
        <p:txBody>
          <a:bodyPr anchor="ctr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1133061"/>
            <a:ext cx="6172200" cy="47279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5678" y="1133061"/>
            <a:ext cx="4066347" cy="473592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DAB0F-01A5-4AB0-84E3-BA9DDAF2044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B02BF936-9122-4F42-9C1A-73CE236A2F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901329" y="6320400"/>
            <a:ext cx="60714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09e-BM/DT/FSOFT - @FPT SOFTWARE - FPT Software Academy - Internal Use</a:t>
            </a:r>
          </a:p>
        </p:txBody>
      </p:sp>
    </p:spTree>
    <p:extLst>
      <p:ext uri="{BB962C8B-B14F-4D97-AF65-F5344CB8AC3E}">
        <p14:creationId xmlns:p14="http://schemas.microsoft.com/office/powerpoint/2010/main" val="27035318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17176" y="1275030"/>
            <a:ext cx="10723639" cy="4850512"/>
          </a:xfrm>
        </p:spPr>
        <p:txBody>
          <a:bodyPr vert="eaVert"/>
          <a:lstStyle>
            <a:lvl1pPr marL="228600" indent="-2286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/>
            </a:lvl1pPr>
            <a:lvl2pPr marL="685800" indent="-2286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ü"/>
              <a:defRPr/>
            </a:lvl2pPr>
            <a:lvl3pPr>
              <a:lnSpc>
                <a:spcPct val="100000"/>
              </a:lnSpc>
              <a:spcBef>
                <a:spcPts val="600"/>
              </a:spcBef>
              <a:defRPr/>
            </a:lvl3pPr>
            <a:lvl4pPr>
              <a:lnSpc>
                <a:spcPct val="100000"/>
              </a:lnSpc>
              <a:spcBef>
                <a:spcPts val="600"/>
              </a:spcBef>
              <a:defRPr/>
            </a:lvl4pPr>
            <a:lvl5pPr>
              <a:lnSpc>
                <a:spcPct val="100000"/>
              </a:lnSpc>
              <a:spcBef>
                <a:spcPts val="6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DAB0F-01A5-4AB0-84E3-BA9DDAF2044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9692E51-65A5-4DC3-AB45-C7F52BEA6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176" y="159201"/>
            <a:ext cx="10773784" cy="9666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2902FDD9-B1E4-4CA7-9EB3-F48A566E67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901329" y="6320400"/>
            <a:ext cx="60714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09e-BM/DT/FSOFT - @FPT SOFTWARE - FPT Software Academy - Internal Use</a:t>
            </a:r>
          </a:p>
        </p:txBody>
      </p:sp>
    </p:spTree>
    <p:extLst>
      <p:ext uri="{BB962C8B-B14F-4D97-AF65-F5344CB8AC3E}">
        <p14:creationId xmlns:p14="http://schemas.microsoft.com/office/powerpoint/2010/main" val="24902941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1643216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DAB0F-01A5-4AB0-84E3-BA9DDAF2044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68C6B84B-1AB4-4230-9D84-6E2D983908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901329" y="6320400"/>
            <a:ext cx="60714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09e-BM/DT/FSOFT - @FPT SOFTWARE - FPT Software Academy - Internal Use</a:t>
            </a:r>
          </a:p>
        </p:txBody>
      </p:sp>
    </p:spTree>
    <p:extLst>
      <p:ext uri="{BB962C8B-B14F-4D97-AF65-F5344CB8AC3E}">
        <p14:creationId xmlns:p14="http://schemas.microsoft.com/office/powerpoint/2010/main" val="11371593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One Triangle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DD4F6-33E9-45E4-B1E4-18DA564F71B0}" type="datetime1">
              <a:rPr lang="en-US" smtClean="0"/>
              <a:t>9/28/2023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43e-BM/HR/HDCV/FSOFT V1.2 - ©FPT SOFTWARE – Corporate Training Center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043F6-4AAB-41F8-A27F-F80078A20D2B}" type="slidenum">
              <a:rPr lang="en-US" smtClean="0"/>
              <a:t>‹#›</a:t>
            </a:fld>
            <a:endParaRPr lang="en-US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5"/>
          </p:nvPr>
        </p:nvSpPr>
        <p:spPr>
          <a:xfrm>
            <a:off x="5633976" y="1"/>
            <a:ext cx="6558024" cy="3566951"/>
          </a:xfrm>
          <a:custGeom>
            <a:avLst/>
            <a:gdLst>
              <a:gd name="connsiteX0" fmla="*/ 0 w 5834250"/>
              <a:gd name="connsiteY0" fmla="*/ 0 h 3566951"/>
              <a:gd name="connsiteX1" fmla="*/ 5833177 w 5834250"/>
              <a:gd name="connsiteY1" fmla="*/ 0 h 3566951"/>
              <a:gd name="connsiteX2" fmla="*/ 5833749 w 5834250"/>
              <a:gd name="connsiteY2" fmla="*/ 106533 h 3566951"/>
              <a:gd name="connsiteX3" fmla="*/ 5833177 w 5834250"/>
              <a:gd name="connsiteY3" fmla="*/ 1368797 h 3566951"/>
              <a:gd name="connsiteX4" fmla="*/ 3034999 w 5834250"/>
              <a:gd name="connsiteY4" fmla="*/ 3566951 h 35669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34250" h="3566951">
                <a:moveTo>
                  <a:pt x="0" y="0"/>
                </a:moveTo>
                <a:lnTo>
                  <a:pt x="5833177" y="0"/>
                </a:lnTo>
                <a:lnTo>
                  <a:pt x="5833749" y="106533"/>
                </a:lnTo>
                <a:cubicBezTo>
                  <a:pt x="5836008" y="617222"/>
                  <a:pt x="5829692" y="813141"/>
                  <a:pt x="5833177" y="1368797"/>
                </a:cubicBezTo>
                <a:lnTo>
                  <a:pt x="3034999" y="3566951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14"/>
          </p:nvPr>
        </p:nvSpPr>
        <p:spPr>
          <a:xfrm>
            <a:off x="838200" y="1743959"/>
            <a:ext cx="5479473" cy="4439065"/>
          </a:xfrm>
        </p:spPr>
        <p:txBody>
          <a:bodyPr>
            <a:normAutofit/>
          </a:bodyPr>
          <a:lstStyle>
            <a:lvl1pPr marL="0" indent="0" algn="l">
              <a:buNone/>
              <a:defRPr lang="en-US" sz="1400" dirty="0" smtClean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75547"/>
            <a:ext cx="5479473" cy="1005840"/>
          </a:xfrm>
        </p:spPr>
        <p:txBody>
          <a:bodyPr/>
          <a:lstStyle>
            <a:lvl1pPr>
              <a:defRPr>
                <a:solidFill>
                  <a:srgbClr val="0DB04B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Isosceles Triangle 8"/>
          <p:cNvSpPr/>
          <p:nvPr/>
        </p:nvSpPr>
        <p:spPr>
          <a:xfrm>
            <a:off x="5634212" y="2914710"/>
            <a:ext cx="6450173" cy="3943290"/>
          </a:xfrm>
          <a:prstGeom prst="triangle">
            <a:avLst>
              <a:gd name="adj" fmla="val 41039"/>
            </a:avLst>
          </a:prstGeom>
          <a:gradFill>
            <a:gsLst>
              <a:gs pos="0">
                <a:srgbClr val="0DB04B"/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Triangle 10"/>
          <p:cNvSpPr/>
          <p:nvPr/>
        </p:nvSpPr>
        <p:spPr>
          <a:xfrm rot="10800000">
            <a:off x="9118862" y="1477020"/>
            <a:ext cx="3073138" cy="5380980"/>
          </a:xfrm>
          <a:custGeom>
            <a:avLst/>
            <a:gdLst>
              <a:gd name="connsiteX0" fmla="*/ 0 w 3101418"/>
              <a:gd name="connsiteY0" fmla="*/ 5380980 h 5380980"/>
              <a:gd name="connsiteX1" fmla="*/ 0 w 3101418"/>
              <a:gd name="connsiteY1" fmla="*/ 0 h 5380980"/>
              <a:gd name="connsiteX2" fmla="*/ 3101418 w 3101418"/>
              <a:gd name="connsiteY2" fmla="*/ 5380980 h 5380980"/>
              <a:gd name="connsiteX3" fmla="*/ 0 w 3101418"/>
              <a:gd name="connsiteY3" fmla="*/ 5380980 h 5380980"/>
              <a:gd name="connsiteX0" fmla="*/ 0 w 3073138"/>
              <a:gd name="connsiteY0" fmla="*/ 5380980 h 5380980"/>
              <a:gd name="connsiteX1" fmla="*/ 0 w 3073138"/>
              <a:gd name="connsiteY1" fmla="*/ 0 h 5380980"/>
              <a:gd name="connsiteX2" fmla="*/ 3073138 w 3073138"/>
              <a:gd name="connsiteY2" fmla="*/ 3222241 h 5380980"/>
              <a:gd name="connsiteX3" fmla="*/ 0 w 3073138"/>
              <a:gd name="connsiteY3" fmla="*/ 5380980 h 5380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73138" h="5380980">
                <a:moveTo>
                  <a:pt x="0" y="5380980"/>
                </a:moveTo>
                <a:lnTo>
                  <a:pt x="0" y="0"/>
                </a:lnTo>
                <a:lnTo>
                  <a:pt x="3073138" y="3222241"/>
                </a:lnTo>
                <a:lnTo>
                  <a:pt x="0" y="5380980"/>
                </a:lnTo>
                <a:close/>
              </a:path>
            </a:pathLst>
          </a:custGeom>
          <a:gradFill>
            <a:gsLst>
              <a:gs pos="0">
                <a:srgbClr val="0DB04B"/>
              </a:gs>
              <a:gs pos="100000">
                <a:schemeClr val="bg1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940473"/>
      </p:ext>
    </p:extLst>
  </p:cSld>
  <p:clrMapOvr>
    <a:masterClrMapping/>
  </p:clrMapOvr>
  <p:hf hd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arallelogram 6">
            <a:extLst>
              <a:ext uri="{FF2B5EF4-FFF2-40B4-BE49-F238E27FC236}">
                <a16:creationId xmlns:a16="http://schemas.microsoft.com/office/drawing/2014/main" id="{9F1A27CD-428A-4866-A2D0-3874BC60AD1A}"/>
              </a:ext>
            </a:extLst>
          </p:cNvPr>
          <p:cNvSpPr/>
          <p:nvPr/>
        </p:nvSpPr>
        <p:spPr>
          <a:xfrm>
            <a:off x="3195747" y="6293862"/>
            <a:ext cx="1350028" cy="564138"/>
          </a:xfrm>
          <a:prstGeom prst="parallelogram">
            <a:avLst>
              <a:gd name="adj" fmla="val 85423"/>
            </a:avLst>
          </a:prstGeom>
          <a:solidFill>
            <a:srgbClr val="76BE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25215" y="223220"/>
            <a:ext cx="10515600" cy="9666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5215" y="1275030"/>
            <a:ext cx="10515600" cy="48505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9336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901329" y="6320400"/>
            <a:ext cx="60714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09e-BM/DT/FSOFT - @FPT SOFTWARE - FPT Software Academy - Internal Use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7806384-FA12-4C89-B6CF-0DEEAB0E4C61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7247" y="172475"/>
            <a:ext cx="1535088" cy="786186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72800" y="6320400"/>
            <a:ext cx="614337" cy="365125"/>
          </a:xfrm>
          <a:prstGeom prst="rect">
            <a:avLst/>
          </a:prstGeom>
          <a:solidFill>
            <a:schemeClr val="bg1"/>
          </a:solidFill>
          <a:ln w="28575">
            <a:solidFill>
              <a:srgbClr val="92D050"/>
            </a:solidFill>
          </a:ln>
        </p:spPr>
        <p:txBody>
          <a:bodyPr vert="horz" lIns="91440" tIns="45720" rIns="91440" bIns="45720" rtlCol="0" anchor="ctr"/>
          <a:lstStyle>
            <a:lvl1pPr algn="ctr">
              <a:defRPr sz="18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86DAB0F-01A5-4AB0-84E3-BA9DDAF204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32329F25-E96C-407E-B0FF-AF25CE2FD0EB}"/>
              </a:ext>
            </a:extLst>
          </p:cNvPr>
          <p:cNvSpPr/>
          <p:nvPr/>
        </p:nvSpPr>
        <p:spPr>
          <a:xfrm>
            <a:off x="0" y="6295819"/>
            <a:ext cx="4325150" cy="575254"/>
          </a:xfrm>
          <a:custGeom>
            <a:avLst/>
            <a:gdLst>
              <a:gd name="connsiteX0" fmla="*/ 0 w 4325150"/>
              <a:gd name="connsiteY0" fmla="*/ 0 h 575254"/>
              <a:gd name="connsiteX1" fmla="*/ 3811653 w 4325150"/>
              <a:gd name="connsiteY1" fmla="*/ 0 h 575254"/>
              <a:gd name="connsiteX2" fmla="*/ 4325150 w 4325150"/>
              <a:gd name="connsiteY2" fmla="*/ 0 h 575254"/>
              <a:gd name="connsiteX3" fmla="*/ 3811653 w 4325150"/>
              <a:gd name="connsiteY3" fmla="*/ 575254 h 575254"/>
              <a:gd name="connsiteX4" fmla="*/ 3811653 w 4325150"/>
              <a:gd name="connsiteY4" fmla="*/ 564140 h 575254"/>
              <a:gd name="connsiteX5" fmla="*/ 0 w 4325150"/>
              <a:gd name="connsiteY5" fmla="*/ 564140 h 575254"/>
              <a:gd name="connsiteX6" fmla="*/ 0 w 4325150"/>
              <a:gd name="connsiteY6" fmla="*/ 0 h 5752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25150" h="575254">
                <a:moveTo>
                  <a:pt x="0" y="0"/>
                </a:moveTo>
                <a:lnTo>
                  <a:pt x="3811653" y="0"/>
                </a:lnTo>
                <a:lnTo>
                  <a:pt x="4325150" y="0"/>
                </a:lnTo>
                <a:lnTo>
                  <a:pt x="3811653" y="575254"/>
                </a:lnTo>
                <a:lnTo>
                  <a:pt x="3811653" y="564140"/>
                </a:lnTo>
                <a:lnTo>
                  <a:pt x="0" y="564140"/>
                </a:lnTo>
                <a:lnTo>
                  <a:pt x="0" y="0"/>
                </a:lnTo>
                <a:close/>
              </a:path>
            </a:pathLst>
          </a:custGeom>
          <a:solidFill>
            <a:srgbClr val="3963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175E484-83D1-437E-8BBE-28FE7038A285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092" y="6439169"/>
            <a:ext cx="2257466" cy="288555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6CD96676-B619-470C-B76F-330ABB78DE8E}"/>
              </a:ext>
            </a:extLst>
          </p:cNvPr>
          <p:cNvSpPr/>
          <p:nvPr/>
        </p:nvSpPr>
        <p:spPr>
          <a:xfrm>
            <a:off x="0" y="-14748"/>
            <a:ext cx="838200" cy="75216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7AA4583-D6FE-4548-AE65-48B7C43BFF08}"/>
              </a:ext>
            </a:extLst>
          </p:cNvPr>
          <p:cNvSpPr/>
          <p:nvPr/>
        </p:nvSpPr>
        <p:spPr>
          <a:xfrm>
            <a:off x="0" y="223220"/>
            <a:ext cx="213695" cy="648945"/>
          </a:xfrm>
          <a:prstGeom prst="rect">
            <a:avLst/>
          </a:prstGeom>
          <a:solidFill>
            <a:srgbClr val="3963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86BB50D-ACB4-4E38-B030-8B8D13B19B95}"/>
              </a:ext>
            </a:extLst>
          </p:cNvPr>
          <p:cNvSpPr/>
          <p:nvPr/>
        </p:nvSpPr>
        <p:spPr>
          <a:xfrm>
            <a:off x="300710" y="223220"/>
            <a:ext cx="126993" cy="648945"/>
          </a:xfrm>
          <a:prstGeom prst="rect">
            <a:avLst/>
          </a:prstGeom>
          <a:solidFill>
            <a:srgbClr val="76BE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854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7" r:id="rId9"/>
    <p:sldLayoutId id="2147483658" r:id="rId10"/>
    <p:sldLayoutId id="2147483659" r:id="rId11"/>
    <p:sldLayoutId id="2147483663" r:id="rId1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3963AA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600"/>
        </a:spcBef>
        <a:buFont typeface="Wingdings" panose="05000000000000000000" pitchFamily="2" charset="2"/>
        <a:buChar char="§"/>
        <a:defRPr sz="240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914400" indent="-457200" algn="l" defTabSz="914400" rtl="0" eaLnBrk="1" latinLnBrk="0" hangingPunct="1">
        <a:lnSpc>
          <a:spcPct val="100000"/>
        </a:lnSpc>
        <a:spcBef>
          <a:spcPts val="600"/>
        </a:spcBef>
        <a:buFont typeface="Wingdings" panose="05000000000000000000" pitchFamily="2" charset="2"/>
        <a:buChar char="ü"/>
        <a:defRPr sz="200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developer.android.com/studio" TargetMode="Externa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hyperlink" Target="http://developer.android.com/guide/developing/debugging/debugging-log.html" TargetMode="Externa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://developer.android.com/reference/packages.html" TargetMode="External"/><Relationship Id="rId2" Type="http://schemas.openxmlformats.org/officeDocument/2006/relationships/hyperlink" Target="http://developer.android.com/guide/index.html" TargetMode="Externa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8D96832-A222-4BA9-A513-02C98716E2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2737" y="1908181"/>
            <a:ext cx="6528619" cy="2393760"/>
          </a:xfrm>
        </p:spPr>
        <p:txBody>
          <a:bodyPr/>
          <a:lstStyle/>
          <a:p>
            <a:r>
              <a:rPr lang="vi-VN" dirty="0"/>
              <a:t>Basic </a:t>
            </a:r>
            <a:r>
              <a:rPr lang="en-US" dirty="0"/>
              <a:t>Android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2C2A07EC-2A88-4C73-B271-FB6F18BFC13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Android Overview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E17BF7D-6272-4F91-8314-9E1A40515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608869" y="6429857"/>
            <a:ext cx="6071471" cy="365125"/>
          </a:xfrm>
        </p:spPr>
        <p:txBody>
          <a:bodyPr/>
          <a:lstStyle/>
          <a:p>
            <a:r>
              <a:rPr lang="en-US" dirty="0"/>
              <a:t>09e-BM/DT/FSOFT - @FPT SOFTWARE - FPT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Software</a:t>
            </a:r>
            <a:r>
              <a:rPr lang="en-US" dirty="0"/>
              <a:t> Academy - Internal Use</a:t>
            </a:r>
          </a:p>
        </p:txBody>
      </p:sp>
    </p:spTree>
    <p:extLst>
      <p:ext uri="{BB962C8B-B14F-4D97-AF65-F5344CB8AC3E}">
        <p14:creationId xmlns:p14="http://schemas.microsoft.com/office/powerpoint/2010/main" val="3662637843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09e-BM/DT/FSOFT - @FPT SOFTWARE - FPT Software Academy - Internal Use</a:t>
            </a:r>
          </a:p>
        </p:txBody>
      </p:sp>
      <p:sp>
        <p:nvSpPr>
          <p:cNvPr id="51" name="Slide Number Placeholder 5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DAB0F-01A5-4AB0-84E3-BA9DDAF20443}" type="slidenum">
              <a:rPr lang="en-US" smtClean="0"/>
              <a:t>2</a:t>
            </a:fld>
            <a:endParaRPr lang="en-US"/>
          </a:p>
        </p:txBody>
      </p:sp>
      <p:grpSp>
        <p:nvGrpSpPr>
          <p:cNvPr id="52" name="Google Shape;1425;p25"/>
          <p:cNvGrpSpPr/>
          <p:nvPr/>
        </p:nvGrpSpPr>
        <p:grpSpPr>
          <a:xfrm>
            <a:off x="7778571" y="1867769"/>
            <a:ext cx="2720700" cy="3229482"/>
            <a:chOff x="5517194" y="1299875"/>
            <a:chExt cx="2720700" cy="3229482"/>
          </a:xfrm>
        </p:grpSpPr>
        <p:sp>
          <p:nvSpPr>
            <p:cNvPr id="53" name="Google Shape;1426;p25"/>
            <p:cNvSpPr/>
            <p:nvPr/>
          </p:nvSpPr>
          <p:spPr>
            <a:xfrm rot="-368547" flipH="1">
              <a:off x="5552789" y="3581890"/>
              <a:ext cx="2649511" cy="808032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1427;p25"/>
            <p:cNvSpPr/>
            <p:nvPr/>
          </p:nvSpPr>
          <p:spPr>
            <a:xfrm flipH="1">
              <a:off x="8061092" y="3574414"/>
              <a:ext cx="12420" cy="3066"/>
            </a:xfrm>
            <a:custGeom>
              <a:avLst/>
              <a:gdLst/>
              <a:ahLst/>
              <a:cxnLst/>
              <a:rect l="l" t="t" r="r" b="b"/>
              <a:pathLst>
                <a:path w="320" h="79" extrusionOk="0">
                  <a:moveTo>
                    <a:pt x="1" y="1"/>
                  </a:moveTo>
                  <a:lnTo>
                    <a:pt x="1" y="1"/>
                  </a:lnTo>
                  <a:cubicBezTo>
                    <a:pt x="86" y="51"/>
                    <a:pt x="205" y="78"/>
                    <a:pt x="320" y="78"/>
                  </a:cubicBezTo>
                  <a:cubicBezTo>
                    <a:pt x="205" y="78"/>
                    <a:pt x="89" y="51"/>
                    <a:pt x="1" y="1"/>
                  </a:cubicBezTo>
                  <a:close/>
                </a:path>
              </a:pathLst>
            </a:custGeom>
            <a:solidFill>
              <a:srgbClr val="E5E5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1428;p25"/>
            <p:cNvSpPr/>
            <p:nvPr/>
          </p:nvSpPr>
          <p:spPr>
            <a:xfrm flipH="1">
              <a:off x="8136308" y="2785664"/>
              <a:ext cx="14167" cy="2290"/>
            </a:xfrm>
            <a:custGeom>
              <a:avLst/>
              <a:gdLst/>
              <a:ahLst/>
              <a:cxnLst/>
              <a:rect l="l" t="t" r="r" b="b"/>
              <a:pathLst>
                <a:path w="365" h="59" extrusionOk="0">
                  <a:moveTo>
                    <a:pt x="1" y="1"/>
                  </a:moveTo>
                  <a:cubicBezTo>
                    <a:pt x="126" y="1"/>
                    <a:pt x="256" y="21"/>
                    <a:pt x="365" y="59"/>
                  </a:cubicBezTo>
                  <a:cubicBezTo>
                    <a:pt x="256" y="21"/>
                    <a:pt x="130" y="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1429;p25"/>
            <p:cNvSpPr/>
            <p:nvPr/>
          </p:nvSpPr>
          <p:spPr>
            <a:xfrm flipH="1">
              <a:off x="7053885" y="3663196"/>
              <a:ext cx="410714" cy="249137"/>
            </a:xfrm>
            <a:custGeom>
              <a:avLst/>
              <a:gdLst/>
              <a:ahLst/>
              <a:cxnLst/>
              <a:rect l="l" t="t" r="r" b="b"/>
              <a:pathLst>
                <a:path w="10582" h="6419" extrusionOk="0">
                  <a:moveTo>
                    <a:pt x="10581" y="0"/>
                  </a:moveTo>
                  <a:lnTo>
                    <a:pt x="1" y="6120"/>
                  </a:lnTo>
                  <a:lnTo>
                    <a:pt x="504" y="6418"/>
                  </a:lnTo>
                  <a:lnTo>
                    <a:pt x="10581" y="595"/>
                  </a:lnTo>
                  <a:lnTo>
                    <a:pt x="10581" y="0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1430;p25"/>
            <p:cNvSpPr/>
            <p:nvPr/>
          </p:nvSpPr>
          <p:spPr>
            <a:xfrm flipH="1">
              <a:off x="7562859" y="2104868"/>
              <a:ext cx="390337" cy="1577029"/>
            </a:xfrm>
            <a:custGeom>
              <a:avLst/>
              <a:gdLst/>
              <a:ahLst/>
              <a:cxnLst/>
              <a:rect l="l" t="t" r="r" b="b"/>
              <a:pathLst>
                <a:path w="10057" h="40632" extrusionOk="0">
                  <a:moveTo>
                    <a:pt x="9155" y="1"/>
                  </a:moveTo>
                  <a:cubicBezTo>
                    <a:pt x="9092" y="1"/>
                    <a:pt x="9031" y="44"/>
                    <a:pt x="9013" y="112"/>
                  </a:cubicBezTo>
                  <a:lnTo>
                    <a:pt x="14" y="40062"/>
                  </a:lnTo>
                  <a:cubicBezTo>
                    <a:pt x="0" y="40123"/>
                    <a:pt x="28" y="40185"/>
                    <a:pt x="82" y="40216"/>
                  </a:cubicBezTo>
                  <a:lnTo>
                    <a:pt x="670" y="40556"/>
                  </a:lnTo>
                  <a:cubicBezTo>
                    <a:pt x="673" y="40559"/>
                    <a:pt x="673" y="40559"/>
                    <a:pt x="677" y="40562"/>
                  </a:cubicBezTo>
                  <a:cubicBezTo>
                    <a:pt x="764" y="40607"/>
                    <a:pt x="872" y="40631"/>
                    <a:pt x="983" y="40631"/>
                  </a:cubicBezTo>
                  <a:cubicBezTo>
                    <a:pt x="998" y="40631"/>
                    <a:pt x="1013" y="40631"/>
                    <a:pt x="1028" y="40630"/>
                  </a:cubicBezTo>
                  <a:lnTo>
                    <a:pt x="1279" y="39525"/>
                  </a:lnTo>
                  <a:lnTo>
                    <a:pt x="10044" y="608"/>
                  </a:lnTo>
                  <a:cubicBezTo>
                    <a:pt x="10057" y="550"/>
                    <a:pt x="10030" y="485"/>
                    <a:pt x="9975" y="455"/>
                  </a:cubicBezTo>
                  <a:lnTo>
                    <a:pt x="9224" y="19"/>
                  </a:lnTo>
                  <a:cubicBezTo>
                    <a:pt x="9202" y="7"/>
                    <a:pt x="9178" y="1"/>
                    <a:pt x="9155" y="1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1431;p25"/>
            <p:cNvSpPr/>
            <p:nvPr/>
          </p:nvSpPr>
          <p:spPr>
            <a:xfrm flipH="1">
              <a:off x="7523271" y="2101918"/>
              <a:ext cx="390066" cy="1579940"/>
            </a:xfrm>
            <a:custGeom>
              <a:avLst/>
              <a:gdLst/>
              <a:ahLst/>
              <a:cxnLst/>
              <a:rect l="l" t="t" r="r" b="b"/>
              <a:pathLst>
                <a:path w="10050" h="40707" extrusionOk="0">
                  <a:moveTo>
                    <a:pt x="10050" y="1"/>
                  </a:moveTo>
                  <a:lnTo>
                    <a:pt x="9041" y="585"/>
                  </a:lnTo>
                  <a:lnTo>
                    <a:pt x="252" y="39601"/>
                  </a:lnTo>
                  <a:lnTo>
                    <a:pt x="1" y="40706"/>
                  </a:lnTo>
                  <a:cubicBezTo>
                    <a:pt x="112" y="40706"/>
                    <a:pt x="221" y="40682"/>
                    <a:pt x="307" y="40632"/>
                  </a:cubicBezTo>
                  <a:lnTo>
                    <a:pt x="894" y="40292"/>
                  </a:lnTo>
                  <a:cubicBezTo>
                    <a:pt x="949" y="40257"/>
                    <a:pt x="990" y="40204"/>
                    <a:pt x="1007" y="40138"/>
                  </a:cubicBezTo>
                  <a:lnTo>
                    <a:pt x="10050" y="1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1432;p25"/>
            <p:cNvSpPr/>
            <p:nvPr/>
          </p:nvSpPr>
          <p:spPr>
            <a:xfrm flipH="1">
              <a:off x="7484043" y="2871050"/>
              <a:ext cx="39395" cy="1375399"/>
            </a:xfrm>
            <a:custGeom>
              <a:avLst/>
              <a:gdLst/>
              <a:ahLst/>
              <a:cxnLst/>
              <a:rect l="l" t="t" r="r" b="b"/>
              <a:pathLst>
                <a:path w="1015" h="35437" extrusionOk="0">
                  <a:moveTo>
                    <a:pt x="1" y="1"/>
                  </a:moveTo>
                  <a:lnTo>
                    <a:pt x="4" y="34856"/>
                  </a:lnTo>
                  <a:cubicBezTo>
                    <a:pt x="4" y="34924"/>
                    <a:pt x="45" y="34992"/>
                    <a:pt x="134" y="35043"/>
                  </a:cubicBezTo>
                  <a:lnTo>
                    <a:pt x="680" y="35359"/>
                  </a:lnTo>
                  <a:cubicBezTo>
                    <a:pt x="684" y="35363"/>
                    <a:pt x="684" y="35363"/>
                    <a:pt x="688" y="35363"/>
                  </a:cubicBezTo>
                  <a:cubicBezTo>
                    <a:pt x="776" y="35413"/>
                    <a:pt x="895" y="35437"/>
                    <a:pt x="1014" y="35437"/>
                  </a:cubicBezTo>
                  <a:lnTo>
                    <a:pt x="1014" y="34278"/>
                  </a:lnTo>
                  <a:lnTo>
                    <a:pt x="1011" y="58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1433;p25"/>
            <p:cNvSpPr/>
            <p:nvPr/>
          </p:nvSpPr>
          <p:spPr>
            <a:xfrm flipH="1">
              <a:off x="7444882" y="2871205"/>
              <a:ext cx="39356" cy="1375243"/>
            </a:xfrm>
            <a:custGeom>
              <a:avLst/>
              <a:gdLst/>
              <a:ahLst/>
              <a:cxnLst/>
              <a:rect l="l" t="t" r="r" b="b"/>
              <a:pathLst>
                <a:path w="1014" h="35433" extrusionOk="0">
                  <a:moveTo>
                    <a:pt x="1013" y="0"/>
                  </a:moveTo>
                  <a:lnTo>
                    <a:pt x="1" y="582"/>
                  </a:lnTo>
                  <a:lnTo>
                    <a:pt x="4" y="34274"/>
                  </a:lnTo>
                  <a:lnTo>
                    <a:pt x="4" y="35433"/>
                  </a:lnTo>
                  <a:cubicBezTo>
                    <a:pt x="123" y="35433"/>
                    <a:pt x="246" y="35409"/>
                    <a:pt x="334" y="35355"/>
                  </a:cubicBezTo>
                  <a:lnTo>
                    <a:pt x="878" y="35039"/>
                  </a:lnTo>
                  <a:cubicBezTo>
                    <a:pt x="959" y="34991"/>
                    <a:pt x="1007" y="34927"/>
                    <a:pt x="1010" y="34866"/>
                  </a:cubicBezTo>
                  <a:lnTo>
                    <a:pt x="1010" y="34838"/>
                  </a:lnTo>
                  <a:lnTo>
                    <a:pt x="1013" y="0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1434;p25"/>
            <p:cNvSpPr/>
            <p:nvPr/>
          </p:nvSpPr>
          <p:spPr>
            <a:xfrm flipH="1">
              <a:off x="6976460" y="2712698"/>
              <a:ext cx="272619" cy="1240680"/>
            </a:xfrm>
            <a:custGeom>
              <a:avLst/>
              <a:gdLst/>
              <a:ahLst/>
              <a:cxnLst/>
              <a:rect l="l" t="t" r="r" b="b"/>
              <a:pathLst>
                <a:path w="7024" h="31966" extrusionOk="0">
                  <a:moveTo>
                    <a:pt x="0" y="1"/>
                  </a:moveTo>
                  <a:lnTo>
                    <a:pt x="6010" y="31357"/>
                  </a:lnTo>
                  <a:cubicBezTo>
                    <a:pt x="6028" y="31439"/>
                    <a:pt x="6075" y="31511"/>
                    <a:pt x="6150" y="31551"/>
                  </a:cubicBezTo>
                  <a:lnTo>
                    <a:pt x="6711" y="31875"/>
                  </a:lnTo>
                  <a:cubicBezTo>
                    <a:pt x="6830" y="31946"/>
                    <a:pt x="6956" y="31966"/>
                    <a:pt x="7024" y="31966"/>
                  </a:cubicBezTo>
                  <a:lnTo>
                    <a:pt x="6809" y="30837"/>
                  </a:lnTo>
                  <a:lnTo>
                    <a:pt x="1010" y="5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1435;p25"/>
            <p:cNvSpPr/>
            <p:nvPr/>
          </p:nvSpPr>
          <p:spPr>
            <a:xfrm flipH="1">
              <a:off x="6937416" y="2712853"/>
              <a:ext cx="272503" cy="1240525"/>
            </a:xfrm>
            <a:custGeom>
              <a:avLst/>
              <a:gdLst/>
              <a:ahLst/>
              <a:cxnLst/>
              <a:rect l="l" t="t" r="r" b="b"/>
              <a:pathLst>
                <a:path w="7021" h="31962" extrusionOk="0">
                  <a:moveTo>
                    <a:pt x="1014" y="0"/>
                  </a:moveTo>
                  <a:lnTo>
                    <a:pt x="1" y="579"/>
                  </a:lnTo>
                  <a:lnTo>
                    <a:pt x="5800" y="30833"/>
                  </a:lnTo>
                  <a:lnTo>
                    <a:pt x="6015" y="31962"/>
                  </a:lnTo>
                  <a:cubicBezTo>
                    <a:pt x="6134" y="31962"/>
                    <a:pt x="6253" y="31935"/>
                    <a:pt x="6345" y="31884"/>
                  </a:cubicBezTo>
                  <a:lnTo>
                    <a:pt x="6371" y="31871"/>
                  </a:lnTo>
                  <a:lnTo>
                    <a:pt x="6886" y="31571"/>
                  </a:lnTo>
                  <a:cubicBezTo>
                    <a:pt x="6977" y="31516"/>
                    <a:pt x="7021" y="31449"/>
                    <a:pt x="7021" y="31381"/>
                  </a:cubicBezTo>
                  <a:lnTo>
                    <a:pt x="7021" y="31374"/>
                  </a:lnTo>
                  <a:lnTo>
                    <a:pt x="7014" y="31337"/>
                  </a:lnTo>
                  <a:lnTo>
                    <a:pt x="7014" y="31330"/>
                  </a:lnTo>
                  <a:lnTo>
                    <a:pt x="1014" y="0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1436;p25"/>
            <p:cNvSpPr/>
            <p:nvPr/>
          </p:nvSpPr>
          <p:spPr>
            <a:xfrm flipH="1">
              <a:off x="7014840" y="3663701"/>
              <a:ext cx="443666" cy="301301"/>
            </a:xfrm>
            <a:custGeom>
              <a:avLst/>
              <a:gdLst/>
              <a:ahLst/>
              <a:cxnLst/>
              <a:rect l="l" t="t" r="r" b="b"/>
              <a:pathLst>
                <a:path w="11431" h="7763" extrusionOk="0">
                  <a:moveTo>
                    <a:pt x="11430" y="0"/>
                  </a:moveTo>
                  <a:lnTo>
                    <a:pt x="0" y="6600"/>
                  </a:lnTo>
                  <a:lnTo>
                    <a:pt x="0" y="7762"/>
                  </a:lnTo>
                  <a:lnTo>
                    <a:pt x="11430" y="1163"/>
                  </a:lnTo>
                  <a:lnTo>
                    <a:pt x="11430" y="0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1437;p25"/>
            <p:cNvSpPr/>
            <p:nvPr/>
          </p:nvSpPr>
          <p:spPr>
            <a:xfrm flipH="1">
              <a:off x="6780085" y="2629292"/>
              <a:ext cx="1290671" cy="781839"/>
            </a:xfrm>
            <a:custGeom>
              <a:avLst/>
              <a:gdLst/>
              <a:ahLst/>
              <a:cxnLst/>
              <a:rect l="l" t="t" r="r" b="b"/>
              <a:pathLst>
                <a:path w="33254" h="20144" extrusionOk="0">
                  <a:moveTo>
                    <a:pt x="29221" y="0"/>
                  </a:moveTo>
                  <a:cubicBezTo>
                    <a:pt x="29105" y="0"/>
                    <a:pt x="28988" y="26"/>
                    <a:pt x="28898" y="77"/>
                  </a:cubicBezTo>
                  <a:lnTo>
                    <a:pt x="324" y="16575"/>
                  </a:lnTo>
                  <a:cubicBezTo>
                    <a:pt x="143" y="16681"/>
                    <a:pt x="1" y="16929"/>
                    <a:pt x="1" y="17133"/>
                  </a:cubicBezTo>
                  <a:lnTo>
                    <a:pt x="1" y="17554"/>
                  </a:lnTo>
                  <a:cubicBezTo>
                    <a:pt x="1" y="17758"/>
                    <a:pt x="143" y="18010"/>
                    <a:pt x="324" y="18112"/>
                  </a:cubicBezTo>
                  <a:lnTo>
                    <a:pt x="3710" y="20068"/>
                  </a:lnTo>
                  <a:cubicBezTo>
                    <a:pt x="3798" y="20118"/>
                    <a:pt x="3914" y="20144"/>
                    <a:pt x="4031" y="20144"/>
                  </a:cubicBezTo>
                  <a:cubicBezTo>
                    <a:pt x="4147" y="20144"/>
                    <a:pt x="4263" y="20118"/>
                    <a:pt x="4352" y="20068"/>
                  </a:cubicBezTo>
                  <a:lnTo>
                    <a:pt x="32931" y="3568"/>
                  </a:lnTo>
                  <a:cubicBezTo>
                    <a:pt x="33108" y="3466"/>
                    <a:pt x="33254" y="3214"/>
                    <a:pt x="33254" y="3010"/>
                  </a:cubicBezTo>
                  <a:lnTo>
                    <a:pt x="33254" y="2592"/>
                  </a:lnTo>
                  <a:cubicBezTo>
                    <a:pt x="33254" y="2385"/>
                    <a:pt x="33108" y="2137"/>
                    <a:pt x="32931" y="2031"/>
                  </a:cubicBezTo>
                  <a:lnTo>
                    <a:pt x="29544" y="77"/>
                  </a:lnTo>
                  <a:cubicBezTo>
                    <a:pt x="29454" y="26"/>
                    <a:pt x="29338" y="0"/>
                    <a:pt x="2922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1438;p25"/>
            <p:cNvSpPr/>
            <p:nvPr/>
          </p:nvSpPr>
          <p:spPr>
            <a:xfrm flipH="1">
              <a:off x="6785752" y="2689100"/>
              <a:ext cx="1278173" cy="676851"/>
            </a:xfrm>
            <a:custGeom>
              <a:avLst/>
              <a:gdLst/>
              <a:ahLst/>
              <a:cxnLst/>
              <a:rect l="l" t="t" r="r" b="b"/>
              <a:pathLst>
                <a:path w="32932" h="17439" extrusionOk="0">
                  <a:moveTo>
                    <a:pt x="766" y="14678"/>
                  </a:moveTo>
                  <a:lnTo>
                    <a:pt x="148" y="15034"/>
                  </a:lnTo>
                  <a:cubicBezTo>
                    <a:pt x="76" y="15075"/>
                    <a:pt x="32" y="15130"/>
                    <a:pt x="18" y="15181"/>
                  </a:cubicBezTo>
                  <a:cubicBezTo>
                    <a:pt x="1" y="15246"/>
                    <a:pt x="25" y="15310"/>
                    <a:pt x="82" y="15365"/>
                  </a:cubicBezTo>
                  <a:cubicBezTo>
                    <a:pt x="99" y="15378"/>
                    <a:pt x="123" y="15395"/>
                    <a:pt x="148" y="15409"/>
                  </a:cubicBezTo>
                  <a:lnTo>
                    <a:pt x="1347" y="16102"/>
                  </a:lnTo>
                  <a:cubicBezTo>
                    <a:pt x="1058" y="15925"/>
                    <a:pt x="813" y="15517"/>
                    <a:pt x="793" y="15184"/>
                  </a:cubicBezTo>
                  <a:lnTo>
                    <a:pt x="766" y="14678"/>
                  </a:lnTo>
                  <a:close/>
                  <a:moveTo>
                    <a:pt x="31904" y="0"/>
                  </a:moveTo>
                  <a:cubicBezTo>
                    <a:pt x="31813" y="171"/>
                    <a:pt x="31680" y="320"/>
                    <a:pt x="31531" y="405"/>
                  </a:cubicBezTo>
                  <a:lnTo>
                    <a:pt x="3384" y="16656"/>
                  </a:lnTo>
                  <a:cubicBezTo>
                    <a:pt x="3380" y="16656"/>
                    <a:pt x="3380" y="16660"/>
                    <a:pt x="3380" y="16660"/>
                  </a:cubicBezTo>
                  <a:lnTo>
                    <a:pt x="3377" y="16660"/>
                  </a:lnTo>
                  <a:cubicBezTo>
                    <a:pt x="3231" y="16744"/>
                    <a:pt x="3037" y="16785"/>
                    <a:pt x="2847" y="16785"/>
                  </a:cubicBezTo>
                  <a:cubicBezTo>
                    <a:pt x="2660" y="16785"/>
                    <a:pt x="2473" y="16744"/>
                    <a:pt x="2326" y="16666"/>
                  </a:cubicBezTo>
                  <a:lnTo>
                    <a:pt x="2326" y="16666"/>
                  </a:lnTo>
                  <a:lnTo>
                    <a:pt x="3534" y="17364"/>
                  </a:lnTo>
                  <a:cubicBezTo>
                    <a:pt x="3557" y="17377"/>
                    <a:pt x="3588" y="17391"/>
                    <a:pt x="3619" y="17400"/>
                  </a:cubicBezTo>
                  <a:cubicBezTo>
                    <a:pt x="3625" y="17405"/>
                    <a:pt x="3632" y="17408"/>
                    <a:pt x="3639" y="17408"/>
                  </a:cubicBezTo>
                  <a:cubicBezTo>
                    <a:pt x="3707" y="17428"/>
                    <a:pt x="3782" y="17438"/>
                    <a:pt x="3853" y="17438"/>
                  </a:cubicBezTo>
                  <a:cubicBezTo>
                    <a:pt x="3972" y="17438"/>
                    <a:pt x="4088" y="17414"/>
                    <a:pt x="4176" y="17364"/>
                  </a:cubicBezTo>
                  <a:lnTo>
                    <a:pt x="32755" y="864"/>
                  </a:lnTo>
                  <a:cubicBezTo>
                    <a:pt x="32932" y="762"/>
                    <a:pt x="32932" y="596"/>
                    <a:pt x="32755" y="490"/>
                  </a:cubicBezTo>
                  <a:lnTo>
                    <a:pt x="3190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1439;p25"/>
            <p:cNvSpPr/>
            <p:nvPr/>
          </p:nvSpPr>
          <p:spPr>
            <a:xfrm flipH="1">
              <a:off x="7914384" y="3408126"/>
              <a:ext cx="12420" cy="3066"/>
            </a:xfrm>
            <a:custGeom>
              <a:avLst/>
              <a:gdLst/>
              <a:ahLst/>
              <a:cxnLst/>
              <a:rect l="l" t="t" r="r" b="b"/>
              <a:pathLst>
                <a:path w="320" h="79" extrusionOk="0">
                  <a:moveTo>
                    <a:pt x="1" y="1"/>
                  </a:moveTo>
                  <a:lnTo>
                    <a:pt x="1" y="1"/>
                  </a:lnTo>
                  <a:cubicBezTo>
                    <a:pt x="86" y="51"/>
                    <a:pt x="205" y="78"/>
                    <a:pt x="320" y="78"/>
                  </a:cubicBezTo>
                  <a:cubicBezTo>
                    <a:pt x="205" y="78"/>
                    <a:pt x="89" y="51"/>
                    <a:pt x="1" y="1"/>
                  </a:cubicBezTo>
                  <a:close/>
                </a:path>
              </a:pathLst>
            </a:custGeom>
            <a:solidFill>
              <a:srgbClr val="E5E5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1440;p25"/>
            <p:cNvSpPr/>
            <p:nvPr/>
          </p:nvSpPr>
          <p:spPr>
            <a:xfrm flipH="1">
              <a:off x="7914381" y="3274458"/>
              <a:ext cx="156376" cy="136736"/>
            </a:xfrm>
            <a:custGeom>
              <a:avLst/>
              <a:gdLst/>
              <a:ahLst/>
              <a:cxnLst/>
              <a:rect l="l" t="t" r="r" b="b"/>
              <a:pathLst>
                <a:path w="4029" h="3523" extrusionOk="0">
                  <a:moveTo>
                    <a:pt x="258" y="0"/>
                  </a:moveTo>
                  <a:cubicBezTo>
                    <a:pt x="109" y="119"/>
                    <a:pt x="1" y="333"/>
                    <a:pt x="1" y="514"/>
                  </a:cubicBezTo>
                  <a:lnTo>
                    <a:pt x="1" y="931"/>
                  </a:lnTo>
                  <a:cubicBezTo>
                    <a:pt x="1" y="1122"/>
                    <a:pt x="126" y="1350"/>
                    <a:pt x="286" y="1466"/>
                  </a:cubicBezTo>
                  <a:cubicBezTo>
                    <a:pt x="296" y="1476"/>
                    <a:pt x="310" y="1482"/>
                    <a:pt x="324" y="1489"/>
                  </a:cubicBezTo>
                  <a:lnTo>
                    <a:pt x="3710" y="3445"/>
                  </a:lnTo>
                  <a:cubicBezTo>
                    <a:pt x="3798" y="3495"/>
                    <a:pt x="3914" y="3522"/>
                    <a:pt x="4029" y="3522"/>
                  </a:cubicBezTo>
                  <a:lnTo>
                    <a:pt x="4029" y="2359"/>
                  </a:lnTo>
                  <a:cubicBezTo>
                    <a:pt x="3958" y="2359"/>
                    <a:pt x="3883" y="2346"/>
                    <a:pt x="3815" y="2326"/>
                  </a:cubicBezTo>
                  <a:cubicBezTo>
                    <a:pt x="3808" y="2326"/>
                    <a:pt x="3801" y="2323"/>
                    <a:pt x="3795" y="2318"/>
                  </a:cubicBezTo>
                  <a:cubicBezTo>
                    <a:pt x="3764" y="2309"/>
                    <a:pt x="3737" y="2295"/>
                    <a:pt x="3710" y="2282"/>
                  </a:cubicBezTo>
                  <a:lnTo>
                    <a:pt x="2489" y="1578"/>
                  </a:lnTo>
                  <a:cubicBezTo>
                    <a:pt x="2489" y="1578"/>
                    <a:pt x="2486" y="1578"/>
                    <a:pt x="2486" y="1574"/>
                  </a:cubicBezTo>
                  <a:lnTo>
                    <a:pt x="1543" y="1030"/>
                  </a:lnTo>
                  <a:lnTo>
                    <a:pt x="1540" y="1030"/>
                  </a:lnTo>
                  <a:lnTo>
                    <a:pt x="324" y="327"/>
                  </a:lnTo>
                  <a:cubicBezTo>
                    <a:pt x="299" y="313"/>
                    <a:pt x="279" y="296"/>
                    <a:pt x="258" y="283"/>
                  </a:cubicBezTo>
                  <a:cubicBezTo>
                    <a:pt x="201" y="228"/>
                    <a:pt x="177" y="164"/>
                    <a:pt x="194" y="99"/>
                  </a:cubicBezTo>
                  <a:cubicBezTo>
                    <a:pt x="205" y="65"/>
                    <a:pt x="225" y="31"/>
                    <a:pt x="25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1441;p25"/>
            <p:cNvSpPr/>
            <p:nvPr/>
          </p:nvSpPr>
          <p:spPr>
            <a:xfrm flipH="1">
              <a:off x="7922648" y="3278301"/>
              <a:ext cx="141277" cy="86435"/>
            </a:xfrm>
            <a:custGeom>
              <a:avLst/>
              <a:gdLst/>
              <a:ahLst/>
              <a:cxnLst/>
              <a:rect l="l" t="t" r="r" b="b"/>
              <a:pathLst>
                <a:path w="3640" h="2227" extrusionOk="0">
                  <a:moveTo>
                    <a:pt x="3619" y="2219"/>
                  </a:moveTo>
                  <a:cubicBezTo>
                    <a:pt x="3625" y="2224"/>
                    <a:pt x="3632" y="2227"/>
                    <a:pt x="3639" y="2227"/>
                  </a:cubicBezTo>
                  <a:cubicBezTo>
                    <a:pt x="3632" y="2227"/>
                    <a:pt x="3625" y="2224"/>
                    <a:pt x="3619" y="2219"/>
                  </a:cubicBezTo>
                  <a:close/>
                  <a:moveTo>
                    <a:pt x="18" y="0"/>
                  </a:moveTo>
                  <a:cubicBezTo>
                    <a:pt x="1" y="65"/>
                    <a:pt x="25" y="129"/>
                    <a:pt x="82" y="184"/>
                  </a:cubicBezTo>
                  <a:cubicBezTo>
                    <a:pt x="25" y="129"/>
                    <a:pt x="1" y="65"/>
                    <a:pt x="18" y="0"/>
                  </a:cubicBezTo>
                  <a:close/>
                </a:path>
              </a:pathLst>
            </a:custGeom>
            <a:solidFill>
              <a:srgbClr val="70D3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1442;p25"/>
            <p:cNvSpPr/>
            <p:nvPr/>
          </p:nvSpPr>
          <p:spPr>
            <a:xfrm flipH="1">
              <a:off x="6819906" y="1299875"/>
              <a:ext cx="1289390" cy="2040800"/>
            </a:xfrm>
            <a:custGeom>
              <a:avLst/>
              <a:gdLst/>
              <a:ahLst/>
              <a:cxnLst/>
              <a:rect l="l" t="t" r="r" b="b"/>
              <a:pathLst>
                <a:path w="33221" h="52581" extrusionOk="0">
                  <a:moveTo>
                    <a:pt x="29207" y="1"/>
                  </a:moveTo>
                  <a:cubicBezTo>
                    <a:pt x="29013" y="1"/>
                    <a:pt x="28819" y="44"/>
                    <a:pt x="28671" y="131"/>
                  </a:cubicBezTo>
                  <a:lnTo>
                    <a:pt x="521" y="16382"/>
                  </a:lnTo>
                  <a:cubicBezTo>
                    <a:pt x="225" y="16552"/>
                    <a:pt x="1" y="16970"/>
                    <a:pt x="21" y="17310"/>
                  </a:cubicBezTo>
                  <a:lnTo>
                    <a:pt x="1962" y="50978"/>
                  </a:lnTo>
                  <a:cubicBezTo>
                    <a:pt x="1982" y="51322"/>
                    <a:pt x="2241" y="51736"/>
                    <a:pt x="2536" y="51906"/>
                  </a:cubicBezTo>
                  <a:lnTo>
                    <a:pt x="3479" y="52450"/>
                  </a:lnTo>
                  <a:cubicBezTo>
                    <a:pt x="3627" y="52537"/>
                    <a:pt x="3820" y="52580"/>
                    <a:pt x="4015" y="52580"/>
                  </a:cubicBezTo>
                  <a:cubicBezTo>
                    <a:pt x="4209" y="52580"/>
                    <a:pt x="4403" y="52537"/>
                    <a:pt x="4553" y="52450"/>
                  </a:cubicBezTo>
                  <a:lnTo>
                    <a:pt x="32700" y="36199"/>
                  </a:lnTo>
                  <a:cubicBezTo>
                    <a:pt x="32996" y="36029"/>
                    <a:pt x="33220" y="35611"/>
                    <a:pt x="33203" y="35271"/>
                  </a:cubicBezTo>
                  <a:lnTo>
                    <a:pt x="31258" y="1603"/>
                  </a:lnTo>
                  <a:cubicBezTo>
                    <a:pt x="31238" y="1259"/>
                    <a:pt x="30983" y="845"/>
                    <a:pt x="30687" y="675"/>
                  </a:cubicBezTo>
                  <a:lnTo>
                    <a:pt x="29742" y="131"/>
                  </a:lnTo>
                  <a:cubicBezTo>
                    <a:pt x="29594" y="44"/>
                    <a:pt x="29400" y="1"/>
                    <a:pt x="29207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1443;p25"/>
            <p:cNvSpPr/>
            <p:nvPr/>
          </p:nvSpPr>
          <p:spPr>
            <a:xfrm flipH="1">
              <a:off x="6896599" y="1299953"/>
              <a:ext cx="1206913" cy="696607"/>
            </a:xfrm>
            <a:custGeom>
              <a:avLst/>
              <a:gdLst/>
              <a:ahLst/>
              <a:cxnLst/>
              <a:rect l="l" t="t" r="r" b="b"/>
              <a:pathLst>
                <a:path w="31096" h="17948" extrusionOk="0">
                  <a:moveTo>
                    <a:pt x="29060" y="1"/>
                  </a:moveTo>
                  <a:cubicBezTo>
                    <a:pt x="28866" y="1"/>
                    <a:pt x="28671" y="43"/>
                    <a:pt x="28522" y="129"/>
                  </a:cubicBezTo>
                  <a:lnTo>
                    <a:pt x="372" y="16380"/>
                  </a:lnTo>
                  <a:cubicBezTo>
                    <a:pt x="225" y="16468"/>
                    <a:pt x="93" y="16614"/>
                    <a:pt x="1" y="16785"/>
                  </a:cubicBezTo>
                  <a:lnTo>
                    <a:pt x="2017" y="17947"/>
                  </a:lnTo>
                  <a:cubicBezTo>
                    <a:pt x="2106" y="17780"/>
                    <a:pt x="2238" y="17631"/>
                    <a:pt x="2387" y="17543"/>
                  </a:cubicBezTo>
                  <a:lnTo>
                    <a:pt x="30535" y="1291"/>
                  </a:lnTo>
                  <a:cubicBezTo>
                    <a:pt x="30622" y="1242"/>
                    <a:pt x="30706" y="1219"/>
                    <a:pt x="30781" y="1219"/>
                  </a:cubicBezTo>
                  <a:cubicBezTo>
                    <a:pt x="30938" y="1219"/>
                    <a:pt x="31057" y="1322"/>
                    <a:pt x="31096" y="1509"/>
                  </a:cubicBezTo>
                  <a:cubicBezTo>
                    <a:pt x="31045" y="1189"/>
                    <a:pt x="30810" y="833"/>
                    <a:pt x="30542" y="673"/>
                  </a:cubicBezTo>
                  <a:lnTo>
                    <a:pt x="29593" y="125"/>
                  </a:lnTo>
                  <a:cubicBezTo>
                    <a:pt x="29446" y="42"/>
                    <a:pt x="29253" y="1"/>
                    <a:pt x="29060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1444;p25"/>
            <p:cNvSpPr/>
            <p:nvPr/>
          </p:nvSpPr>
          <p:spPr>
            <a:xfrm flipH="1">
              <a:off x="6819908" y="1347225"/>
              <a:ext cx="1211144" cy="1991275"/>
            </a:xfrm>
            <a:custGeom>
              <a:avLst/>
              <a:gdLst/>
              <a:ahLst/>
              <a:cxnLst/>
              <a:rect l="l" t="t" r="r" b="b"/>
              <a:pathLst>
                <a:path w="31205" h="51305" extrusionOk="0">
                  <a:moveTo>
                    <a:pt x="28915" y="0"/>
                  </a:moveTo>
                  <a:cubicBezTo>
                    <a:pt x="28840" y="0"/>
                    <a:pt x="28757" y="24"/>
                    <a:pt x="28671" y="73"/>
                  </a:cubicBezTo>
                  <a:lnTo>
                    <a:pt x="520" y="16325"/>
                  </a:lnTo>
                  <a:cubicBezTo>
                    <a:pt x="225" y="16494"/>
                    <a:pt x="1" y="16913"/>
                    <a:pt x="21" y="17252"/>
                  </a:cubicBezTo>
                  <a:lnTo>
                    <a:pt x="1962" y="50921"/>
                  </a:lnTo>
                  <a:cubicBezTo>
                    <a:pt x="1977" y="51164"/>
                    <a:pt x="2109" y="51305"/>
                    <a:pt x="2291" y="51305"/>
                  </a:cubicBezTo>
                  <a:cubicBezTo>
                    <a:pt x="2366" y="51305"/>
                    <a:pt x="2449" y="51281"/>
                    <a:pt x="2537" y="51230"/>
                  </a:cubicBezTo>
                  <a:lnTo>
                    <a:pt x="30684" y="34979"/>
                  </a:lnTo>
                  <a:cubicBezTo>
                    <a:pt x="30980" y="34809"/>
                    <a:pt x="31204" y="34391"/>
                    <a:pt x="31187" y="34051"/>
                  </a:cubicBezTo>
                  <a:lnTo>
                    <a:pt x="29242" y="383"/>
                  </a:lnTo>
                  <a:cubicBezTo>
                    <a:pt x="29228" y="139"/>
                    <a:pt x="29096" y="0"/>
                    <a:pt x="28915" y="0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1445;p25"/>
            <p:cNvSpPr/>
            <p:nvPr/>
          </p:nvSpPr>
          <p:spPr>
            <a:xfrm flipH="1">
              <a:off x="7210406" y="1431291"/>
              <a:ext cx="625735" cy="445762"/>
            </a:xfrm>
            <a:custGeom>
              <a:avLst/>
              <a:gdLst/>
              <a:ahLst/>
              <a:cxnLst/>
              <a:rect l="l" t="t" r="r" b="b"/>
              <a:pathLst>
                <a:path w="16122" h="11485" extrusionOk="0">
                  <a:moveTo>
                    <a:pt x="12092" y="0"/>
                  </a:moveTo>
                  <a:cubicBezTo>
                    <a:pt x="12010" y="0"/>
                    <a:pt x="11928" y="19"/>
                    <a:pt x="11866" y="56"/>
                  </a:cubicBezTo>
                  <a:lnTo>
                    <a:pt x="224" y="6774"/>
                  </a:lnTo>
                  <a:cubicBezTo>
                    <a:pt x="102" y="6849"/>
                    <a:pt x="0" y="7022"/>
                    <a:pt x="0" y="7165"/>
                  </a:cubicBezTo>
                  <a:lnTo>
                    <a:pt x="3" y="9232"/>
                  </a:lnTo>
                  <a:lnTo>
                    <a:pt x="1006" y="8651"/>
                  </a:lnTo>
                  <a:lnTo>
                    <a:pt x="3022" y="9814"/>
                  </a:lnTo>
                  <a:lnTo>
                    <a:pt x="3022" y="10718"/>
                  </a:lnTo>
                  <a:cubicBezTo>
                    <a:pt x="3022" y="10861"/>
                    <a:pt x="3124" y="11038"/>
                    <a:pt x="3250" y="11109"/>
                  </a:cubicBezTo>
                  <a:lnTo>
                    <a:pt x="3805" y="11428"/>
                  </a:lnTo>
                  <a:cubicBezTo>
                    <a:pt x="3868" y="11466"/>
                    <a:pt x="3949" y="11485"/>
                    <a:pt x="4031" y="11485"/>
                  </a:cubicBezTo>
                  <a:cubicBezTo>
                    <a:pt x="4112" y="11485"/>
                    <a:pt x="4194" y="11466"/>
                    <a:pt x="4257" y="11428"/>
                  </a:cubicBezTo>
                  <a:lnTo>
                    <a:pt x="15897" y="4711"/>
                  </a:lnTo>
                  <a:cubicBezTo>
                    <a:pt x="16024" y="4636"/>
                    <a:pt x="16122" y="4462"/>
                    <a:pt x="16122" y="4319"/>
                  </a:cubicBezTo>
                  <a:lnTo>
                    <a:pt x="16122" y="2511"/>
                  </a:lnTo>
                  <a:cubicBezTo>
                    <a:pt x="16122" y="2368"/>
                    <a:pt x="16020" y="2194"/>
                    <a:pt x="15897" y="2120"/>
                  </a:cubicBezTo>
                  <a:lnTo>
                    <a:pt x="12318" y="56"/>
                  </a:lnTo>
                  <a:cubicBezTo>
                    <a:pt x="12255" y="19"/>
                    <a:pt x="12173" y="0"/>
                    <a:pt x="12092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1446;p25"/>
            <p:cNvSpPr/>
            <p:nvPr/>
          </p:nvSpPr>
          <p:spPr>
            <a:xfrm flipH="1">
              <a:off x="7210410" y="1514736"/>
              <a:ext cx="469243" cy="362276"/>
            </a:xfrm>
            <a:custGeom>
              <a:avLst/>
              <a:gdLst/>
              <a:ahLst/>
              <a:cxnLst/>
              <a:rect l="l" t="t" r="r" b="b"/>
              <a:pathLst>
                <a:path w="12090" h="9334" extrusionOk="0">
                  <a:moveTo>
                    <a:pt x="11903" y="0"/>
                  </a:moveTo>
                  <a:cubicBezTo>
                    <a:pt x="11988" y="68"/>
                    <a:pt x="11975" y="170"/>
                    <a:pt x="11865" y="231"/>
                  </a:cubicBezTo>
                  <a:lnTo>
                    <a:pt x="225" y="6953"/>
                  </a:lnTo>
                  <a:cubicBezTo>
                    <a:pt x="164" y="6987"/>
                    <a:pt x="82" y="7008"/>
                    <a:pt x="1" y="7008"/>
                  </a:cubicBezTo>
                  <a:lnTo>
                    <a:pt x="1" y="9333"/>
                  </a:lnTo>
                  <a:cubicBezTo>
                    <a:pt x="82" y="9333"/>
                    <a:pt x="160" y="9316"/>
                    <a:pt x="225" y="9282"/>
                  </a:cubicBezTo>
                  <a:lnTo>
                    <a:pt x="11865" y="2557"/>
                  </a:lnTo>
                  <a:cubicBezTo>
                    <a:pt x="11988" y="2486"/>
                    <a:pt x="12090" y="2312"/>
                    <a:pt x="12090" y="2169"/>
                  </a:cubicBezTo>
                  <a:lnTo>
                    <a:pt x="12090" y="361"/>
                  </a:lnTo>
                  <a:cubicBezTo>
                    <a:pt x="12090" y="235"/>
                    <a:pt x="12012" y="82"/>
                    <a:pt x="1190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1447;p25"/>
            <p:cNvSpPr/>
            <p:nvPr/>
          </p:nvSpPr>
          <p:spPr>
            <a:xfrm flipH="1">
              <a:off x="7214365" y="1431291"/>
              <a:ext cx="617817" cy="355406"/>
            </a:xfrm>
            <a:custGeom>
              <a:avLst/>
              <a:gdLst/>
              <a:ahLst/>
              <a:cxnLst/>
              <a:rect l="l" t="t" r="r" b="b"/>
              <a:pathLst>
                <a:path w="15918" h="9157" extrusionOk="0">
                  <a:moveTo>
                    <a:pt x="11990" y="0"/>
                  </a:moveTo>
                  <a:cubicBezTo>
                    <a:pt x="11908" y="0"/>
                    <a:pt x="11826" y="19"/>
                    <a:pt x="11764" y="56"/>
                  </a:cubicBezTo>
                  <a:lnTo>
                    <a:pt x="122" y="6774"/>
                  </a:lnTo>
                  <a:cubicBezTo>
                    <a:pt x="0" y="6849"/>
                    <a:pt x="0" y="6964"/>
                    <a:pt x="122" y="7036"/>
                  </a:cubicBezTo>
                  <a:lnTo>
                    <a:pt x="3703" y="9103"/>
                  </a:lnTo>
                  <a:cubicBezTo>
                    <a:pt x="3766" y="9138"/>
                    <a:pt x="3847" y="9156"/>
                    <a:pt x="3929" y="9156"/>
                  </a:cubicBezTo>
                  <a:cubicBezTo>
                    <a:pt x="4010" y="9156"/>
                    <a:pt x="4092" y="9138"/>
                    <a:pt x="4155" y="9103"/>
                  </a:cubicBezTo>
                  <a:lnTo>
                    <a:pt x="15795" y="2381"/>
                  </a:lnTo>
                  <a:cubicBezTo>
                    <a:pt x="15918" y="2310"/>
                    <a:pt x="15918" y="2194"/>
                    <a:pt x="15795" y="2120"/>
                  </a:cubicBezTo>
                  <a:lnTo>
                    <a:pt x="12216" y="56"/>
                  </a:lnTo>
                  <a:cubicBezTo>
                    <a:pt x="12153" y="19"/>
                    <a:pt x="12071" y="0"/>
                    <a:pt x="1199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1448;p25"/>
            <p:cNvSpPr/>
            <p:nvPr/>
          </p:nvSpPr>
          <p:spPr>
            <a:xfrm flipH="1">
              <a:off x="7593716" y="1994721"/>
              <a:ext cx="308831" cy="379043"/>
            </a:xfrm>
            <a:custGeom>
              <a:avLst/>
              <a:gdLst/>
              <a:ahLst/>
              <a:cxnLst/>
              <a:rect l="l" t="t" r="r" b="b"/>
              <a:pathLst>
                <a:path w="7957" h="9766" extrusionOk="0">
                  <a:moveTo>
                    <a:pt x="5495" y="1"/>
                  </a:moveTo>
                  <a:cubicBezTo>
                    <a:pt x="4955" y="1"/>
                    <a:pt x="4354" y="172"/>
                    <a:pt x="3727" y="532"/>
                  </a:cubicBezTo>
                  <a:cubicBezTo>
                    <a:pt x="1609" y="1756"/>
                    <a:pt x="1" y="4697"/>
                    <a:pt x="140" y="7097"/>
                  </a:cubicBezTo>
                  <a:cubicBezTo>
                    <a:pt x="239" y="8791"/>
                    <a:pt x="1176" y="9765"/>
                    <a:pt x="2463" y="9765"/>
                  </a:cubicBezTo>
                  <a:cubicBezTo>
                    <a:pt x="3003" y="9765"/>
                    <a:pt x="3604" y="9594"/>
                    <a:pt x="4231" y="9232"/>
                  </a:cubicBezTo>
                  <a:cubicBezTo>
                    <a:pt x="6348" y="8008"/>
                    <a:pt x="7956" y="5068"/>
                    <a:pt x="7817" y="2667"/>
                  </a:cubicBezTo>
                  <a:cubicBezTo>
                    <a:pt x="7719" y="973"/>
                    <a:pt x="6782" y="1"/>
                    <a:pt x="549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1449;p25"/>
            <p:cNvSpPr/>
            <p:nvPr/>
          </p:nvSpPr>
          <p:spPr>
            <a:xfrm flipH="1">
              <a:off x="7652676" y="1994759"/>
              <a:ext cx="105221" cy="189560"/>
            </a:xfrm>
            <a:custGeom>
              <a:avLst/>
              <a:gdLst/>
              <a:ahLst/>
              <a:cxnLst/>
              <a:rect l="l" t="t" r="r" b="b"/>
              <a:pathLst>
                <a:path w="2711" h="4884" extrusionOk="0">
                  <a:moveTo>
                    <a:pt x="1768" y="0"/>
                  </a:moveTo>
                  <a:cubicBezTo>
                    <a:pt x="1227" y="0"/>
                    <a:pt x="626" y="171"/>
                    <a:pt x="0" y="535"/>
                  </a:cubicBezTo>
                  <a:lnTo>
                    <a:pt x="252" y="4883"/>
                  </a:lnTo>
                  <a:lnTo>
                    <a:pt x="2710" y="204"/>
                  </a:lnTo>
                  <a:cubicBezTo>
                    <a:pt x="2428" y="69"/>
                    <a:pt x="2108" y="0"/>
                    <a:pt x="1768" y="0"/>
                  </a:cubicBezTo>
                  <a:close/>
                </a:path>
              </a:pathLst>
            </a:custGeom>
            <a:solidFill>
              <a:srgbClr val="23C7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1450;p25"/>
            <p:cNvSpPr/>
            <p:nvPr/>
          </p:nvSpPr>
          <p:spPr>
            <a:xfrm flipH="1">
              <a:off x="7597062" y="2021695"/>
              <a:ext cx="30080" cy="192937"/>
            </a:xfrm>
            <a:custGeom>
              <a:avLst/>
              <a:gdLst/>
              <a:ahLst/>
              <a:cxnLst/>
              <a:rect l="l" t="t" r="r" b="b"/>
              <a:pathLst>
                <a:path w="775" h="4971" extrusionOk="0">
                  <a:moveTo>
                    <a:pt x="0" y="0"/>
                  </a:moveTo>
                  <a:lnTo>
                    <a:pt x="0" y="0"/>
                  </a:lnTo>
                  <a:cubicBezTo>
                    <a:pt x="412" y="456"/>
                    <a:pt x="674" y="1122"/>
                    <a:pt x="721" y="1972"/>
                  </a:cubicBezTo>
                  <a:cubicBezTo>
                    <a:pt x="674" y="1122"/>
                    <a:pt x="412" y="453"/>
                    <a:pt x="0" y="0"/>
                  </a:cubicBezTo>
                  <a:close/>
                  <a:moveTo>
                    <a:pt x="721" y="1976"/>
                  </a:moveTo>
                  <a:cubicBezTo>
                    <a:pt x="775" y="2937"/>
                    <a:pt x="551" y="3983"/>
                    <a:pt x="129" y="4971"/>
                  </a:cubicBezTo>
                  <a:cubicBezTo>
                    <a:pt x="554" y="3983"/>
                    <a:pt x="775" y="2937"/>
                    <a:pt x="721" y="1976"/>
                  </a:cubicBezTo>
                  <a:close/>
                </a:path>
              </a:pathLst>
            </a:custGeom>
            <a:solidFill>
              <a:srgbClr val="C0C0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1451;p25"/>
            <p:cNvSpPr/>
            <p:nvPr/>
          </p:nvSpPr>
          <p:spPr>
            <a:xfrm flipH="1">
              <a:off x="7597020" y="2002677"/>
              <a:ext cx="151136" cy="211955"/>
            </a:xfrm>
            <a:custGeom>
              <a:avLst/>
              <a:gdLst/>
              <a:ahLst/>
              <a:cxnLst/>
              <a:rect l="l" t="t" r="r" b="b"/>
              <a:pathLst>
                <a:path w="3894" h="5461" extrusionOk="0">
                  <a:moveTo>
                    <a:pt x="2459" y="0"/>
                  </a:moveTo>
                  <a:lnTo>
                    <a:pt x="1" y="4679"/>
                  </a:lnTo>
                  <a:lnTo>
                    <a:pt x="3247" y="5461"/>
                  </a:lnTo>
                  <a:cubicBezTo>
                    <a:pt x="3669" y="4472"/>
                    <a:pt x="3894" y="3424"/>
                    <a:pt x="3839" y="2462"/>
                  </a:cubicBezTo>
                  <a:cubicBezTo>
                    <a:pt x="3792" y="1612"/>
                    <a:pt x="3530" y="946"/>
                    <a:pt x="3118" y="490"/>
                  </a:cubicBezTo>
                  <a:cubicBezTo>
                    <a:pt x="2932" y="280"/>
                    <a:pt x="2707" y="116"/>
                    <a:pt x="245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1452;p25"/>
            <p:cNvSpPr/>
            <p:nvPr/>
          </p:nvSpPr>
          <p:spPr>
            <a:xfrm flipH="1">
              <a:off x="6992948" y="1670992"/>
              <a:ext cx="532430" cy="338988"/>
            </a:xfrm>
            <a:custGeom>
              <a:avLst/>
              <a:gdLst/>
              <a:ahLst/>
              <a:cxnLst/>
              <a:rect l="l" t="t" r="r" b="b"/>
              <a:pathLst>
                <a:path w="13718" h="8734" extrusionOk="0">
                  <a:moveTo>
                    <a:pt x="13487" y="0"/>
                  </a:moveTo>
                  <a:cubicBezTo>
                    <a:pt x="13442" y="0"/>
                    <a:pt x="13392" y="15"/>
                    <a:pt x="13341" y="44"/>
                  </a:cubicBezTo>
                  <a:lnTo>
                    <a:pt x="313" y="7564"/>
                  </a:lnTo>
                  <a:cubicBezTo>
                    <a:pt x="135" y="7666"/>
                    <a:pt x="0" y="7914"/>
                    <a:pt x="13" y="8122"/>
                  </a:cubicBezTo>
                  <a:lnTo>
                    <a:pt x="33" y="8502"/>
                  </a:lnTo>
                  <a:cubicBezTo>
                    <a:pt x="41" y="8649"/>
                    <a:pt x="120" y="8733"/>
                    <a:pt x="229" y="8733"/>
                  </a:cubicBezTo>
                  <a:cubicBezTo>
                    <a:pt x="274" y="8733"/>
                    <a:pt x="324" y="8719"/>
                    <a:pt x="377" y="8689"/>
                  </a:cubicBezTo>
                  <a:cubicBezTo>
                    <a:pt x="2233" y="7619"/>
                    <a:pt x="11546" y="2243"/>
                    <a:pt x="13402" y="1169"/>
                  </a:cubicBezTo>
                  <a:cubicBezTo>
                    <a:pt x="13582" y="1067"/>
                    <a:pt x="13718" y="819"/>
                    <a:pt x="13704" y="611"/>
                  </a:cubicBezTo>
                  <a:lnTo>
                    <a:pt x="13684" y="231"/>
                  </a:lnTo>
                  <a:cubicBezTo>
                    <a:pt x="13677" y="84"/>
                    <a:pt x="13596" y="0"/>
                    <a:pt x="134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1453;p25"/>
            <p:cNvSpPr/>
            <p:nvPr/>
          </p:nvSpPr>
          <p:spPr>
            <a:xfrm flipH="1">
              <a:off x="7483150" y="2064349"/>
              <a:ext cx="36212" cy="56162"/>
            </a:xfrm>
            <a:custGeom>
              <a:avLst/>
              <a:gdLst/>
              <a:ahLst/>
              <a:cxnLst/>
              <a:rect l="l" t="t" r="r" b="b"/>
              <a:pathLst>
                <a:path w="933" h="1447" extrusionOk="0">
                  <a:moveTo>
                    <a:pt x="758" y="1"/>
                  </a:moveTo>
                  <a:cubicBezTo>
                    <a:pt x="729" y="1"/>
                    <a:pt x="695" y="10"/>
                    <a:pt x="661" y="30"/>
                  </a:cubicBezTo>
                  <a:lnTo>
                    <a:pt x="208" y="292"/>
                  </a:lnTo>
                  <a:cubicBezTo>
                    <a:pt x="90" y="360"/>
                    <a:pt x="1" y="526"/>
                    <a:pt x="8" y="663"/>
                  </a:cubicBezTo>
                  <a:lnTo>
                    <a:pt x="42" y="1295"/>
                  </a:lnTo>
                  <a:cubicBezTo>
                    <a:pt x="47" y="1391"/>
                    <a:pt x="100" y="1446"/>
                    <a:pt x="172" y="1446"/>
                  </a:cubicBezTo>
                  <a:cubicBezTo>
                    <a:pt x="202" y="1446"/>
                    <a:pt x="235" y="1437"/>
                    <a:pt x="269" y="1417"/>
                  </a:cubicBezTo>
                  <a:lnTo>
                    <a:pt x="725" y="1156"/>
                  </a:lnTo>
                  <a:cubicBezTo>
                    <a:pt x="845" y="1088"/>
                    <a:pt x="933" y="921"/>
                    <a:pt x="926" y="785"/>
                  </a:cubicBezTo>
                  <a:lnTo>
                    <a:pt x="889" y="156"/>
                  </a:lnTo>
                  <a:cubicBezTo>
                    <a:pt x="883" y="57"/>
                    <a:pt x="831" y="1"/>
                    <a:pt x="75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1454;p25"/>
            <p:cNvSpPr/>
            <p:nvPr/>
          </p:nvSpPr>
          <p:spPr>
            <a:xfrm flipH="1">
              <a:off x="6986857" y="1779704"/>
              <a:ext cx="458065" cy="296062"/>
            </a:xfrm>
            <a:custGeom>
              <a:avLst/>
              <a:gdLst/>
              <a:ahLst/>
              <a:cxnLst/>
              <a:rect l="l" t="t" r="r" b="b"/>
              <a:pathLst>
                <a:path w="11802" h="7628" extrusionOk="0">
                  <a:moveTo>
                    <a:pt x="11569" y="1"/>
                  </a:moveTo>
                  <a:cubicBezTo>
                    <a:pt x="11525" y="1"/>
                    <a:pt x="11475" y="15"/>
                    <a:pt x="11424" y="44"/>
                  </a:cubicBezTo>
                  <a:lnTo>
                    <a:pt x="314" y="6456"/>
                  </a:lnTo>
                  <a:cubicBezTo>
                    <a:pt x="137" y="6558"/>
                    <a:pt x="0" y="6810"/>
                    <a:pt x="11" y="7014"/>
                  </a:cubicBezTo>
                  <a:lnTo>
                    <a:pt x="31" y="7398"/>
                  </a:lnTo>
                  <a:cubicBezTo>
                    <a:pt x="41" y="7542"/>
                    <a:pt x="120" y="7627"/>
                    <a:pt x="228" y="7627"/>
                  </a:cubicBezTo>
                  <a:cubicBezTo>
                    <a:pt x="273" y="7627"/>
                    <a:pt x="323" y="7612"/>
                    <a:pt x="375" y="7581"/>
                  </a:cubicBezTo>
                  <a:lnTo>
                    <a:pt x="11488" y="1170"/>
                  </a:lnTo>
                  <a:cubicBezTo>
                    <a:pt x="11665" y="1068"/>
                    <a:pt x="11801" y="820"/>
                    <a:pt x="11788" y="612"/>
                  </a:cubicBezTo>
                  <a:lnTo>
                    <a:pt x="11767" y="231"/>
                  </a:lnTo>
                  <a:cubicBezTo>
                    <a:pt x="11757" y="84"/>
                    <a:pt x="11678" y="1"/>
                    <a:pt x="115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1455;p25"/>
            <p:cNvSpPr/>
            <p:nvPr/>
          </p:nvSpPr>
          <p:spPr>
            <a:xfrm flipH="1">
              <a:off x="7478260" y="2174031"/>
              <a:ext cx="36212" cy="56123"/>
            </a:xfrm>
            <a:custGeom>
              <a:avLst/>
              <a:gdLst/>
              <a:ahLst/>
              <a:cxnLst/>
              <a:rect l="l" t="t" r="r" b="b"/>
              <a:pathLst>
                <a:path w="933" h="1446" extrusionOk="0">
                  <a:moveTo>
                    <a:pt x="758" y="0"/>
                  </a:moveTo>
                  <a:cubicBezTo>
                    <a:pt x="728" y="0"/>
                    <a:pt x="695" y="10"/>
                    <a:pt x="661" y="29"/>
                  </a:cubicBezTo>
                  <a:lnTo>
                    <a:pt x="209" y="291"/>
                  </a:lnTo>
                  <a:cubicBezTo>
                    <a:pt x="89" y="359"/>
                    <a:pt x="1" y="526"/>
                    <a:pt x="8" y="662"/>
                  </a:cubicBezTo>
                  <a:lnTo>
                    <a:pt x="41" y="1294"/>
                  </a:lnTo>
                  <a:cubicBezTo>
                    <a:pt x="47" y="1390"/>
                    <a:pt x="101" y="1446"/>
                    <a:pt x="173" y="1446"/>
                  </a:cubicBezTo>
                  <a:cubicBezTo>
                    <a:pt x="203" y="1446"/>
                    <a:pt x="236" y="1436"/>
                    <a:pt x="270" y="1416"/>
                  </a:cubicBezTo>
                  <a:lnTo>
                    <a:pt x="722" y="1158"/>
                  </a:lnTo>
                  <a:cubicBezTo>
                    <a:pt x="841" y="1087"/>
                    <a:pt x="932" y="920"/>
                    <a:pt x="923" y="784"/>
                  </a:cubicBezTo>
                  <a:lnTo>
                    <a:pt x="888" y="155"/>
                  </a:lnTo>
                  <a:cubicBezTo>
                    <a:pt x="884" y="56"/>
                    <a:pt x="831" y="0"/>
                    <a:pt x="758" y="0"/>
                  </a:cubicBezTo>
                  <a:close/>
                </a:path>
              </a:pathLst>
            </a:custGeom>
            <a:solidFill>
              <a:srgbClr val="27DE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1456;p25"/>
            <p:cNvSpPr/>
            <p:nvPr/>
          </p:nvSpPr>
          <p:spPr>
            <a:xfrm flipH="1">
              <a:off x="7478648" y="2174108"/>
              <a:ext cx="35552" cy="56123"/>
            </a:xfrm>
            <a:custGeom>
              <a:avLst/>
              <a:gdLst/>
              <a:ahLst/>
              <a:cxnLst/>
              <a:rect l="l" t="t" r="r" b="b"/>
              <a:pathLst>
                <a:path w="916" h="1446" extrusionOk="0">
                  <a:moveTo>
                    <a:pt x="752" y="0"/>
                  </a:moveTo>
                  <a:cubicBezTo>
                    <a:pt x="721" y="0"/>
                    <a:pt x="687" y="7"/>
                    <a:pt x="654" y="27"/>
                  </a:cubicBezTo>
                  <a:lnTo>
                    <a:pt x="202" y="289"/>
                  </a:lnTo>
                  <a:cubicBezTo>
                    <a:pt x="89" y="354"/>
                    <a:pt x="1" y="510"/>
                    <a:pt x="1" y="646"/>
                  </a:cubicBezTo>
                  <a:lnTo>
                    <a:pt x="1" y="660"/>
                  </a:lnTo>
                  <a:lnTo>
                    <a:pt x="34" y="1292"/>
                  </a:lnTo>
                  <a:cubicBezTo>
                    <a:pt x="42" y="1387"/>
                    <a:pt x="92" y="1445"/>
                    <a:pt x="167" y="1445"/>
                  </a:cubicBezTo>
                  <a:cubicBezTo>
                    <a:pt x="198" y="1445"/>
                    <a:pt x="229" y="1435"/>
                    <a:pt x="263" y="1414"/>
                  </a:cubicBezTo>
                  <a:lnTo>
                    <a:pt x="715" y="1156"/>
                  </a:lnTo>
                  <a:cubicBezTo>
                    <a:pt x="830" y="1088"/>
                    <a:pt x="916" y="932"/>
                    <a:pt x="916" y="799"/>
                  </a:cubicBezTo>
                  <a:lnTo>
                    <a:pt x="916" y="782"/>
                  </a:lnTo>
                  <a:lnTo>
                    <a:pt x="881" y="153"/>
                  </a:lnTo>
                  <a:cubicBezTo>
                    <a:pt x="878" y="55"/>
                    <a:pt x="823" y="0"/>
                    <a:pt x="75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1457;p25"/>
            <p:cNvSpPr/>
            <p:nvPr/>
          </p:nvSpPr>
          <p:spPr>
            <a:xfrm flipH="1">
              <a:off x="6981966" y="1889386"/>
              <a:ext cx="458220" cy="296101"/>
            </a:xfrm>
            <a:custGeom>
              <a:avLst/>
              <a:gdLst/>
              <a:ahLst/>
              <a:cxnLst/>
              <a:rect l="l" t="t" r="r" b="b"/>
              <a:pathLst>
                <a:path w="11806" h="7629" extrusionOk="0">
                  <a:moveTo>
                    <a:pt x="11575" y="0"/>
                  </a:moveTo>
                  <a:cubicBezTo>
                    <a:pt x="11531" y="0"/>
                    <a:pt x="11482" y="14"/>
                    <a:pt x="11431" y="43"/>
                  </a:cubicBezTo>
                  <a:lnTo>
                    <a:pt x="314" y="6459"/>
                  </a:lnTo>
                  <a:cubicBezTo>
                    <a:pt x="137" y="6561"/>
                    <a:pt x="1" y="6812"/>
                    <a:pt x="15" y="7016"/>
                  </a:cubicBezTo>
                  <a:lnTo>
                    <a:pt x="35" y="7401"/>
                  </a:lnTo>
                  <a:cubicBezTo>
                    <a:pt x="42" y="7545"/>
                    <a:pt x="121" y="7628"/>
                    <a:pt x="230" y="7628"/>
                  </a:cubicBezTo>
                  <a:cubicBezTo>
                    <a:pt x="276" y="7628"/>
                    <a:pt x="326" y="7614"/>
                    <a:pt x="379" y="7584"/>
                  </a:cubicBezTo>
                  <a:lnTo>
                    <a:pt x="11493" y="1173"/>
                  </a:lnTo>
                  <a:cubicBezTo>
                    <a:pt x="11669" y="1067"/>
                    <a:pt x="11805" y="818"/>
                    <a:pt x="11795" y="614"/>
                  </a:cubicBezTo>
                  <a:lnTo>
                    <a:pt x="11771" y="231"/>
                  </a:lnTo>
                  <a:cubicBezTo>
                    <a:pt x="11764" y="85"/>
                    <a:pt x="11684" y="0"/>
                    <a:pt x="115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1458;p25"/>
            <p:cNvSpPr/>
            <p:nvPr/>
          </p:nvSpPr>
          <p:spPr>
            <a:xfrm flipH="1">
              <a:off x="7473408" y="2284683"/>
              <a:ext cx="36329" cy="56045"/>
            </a:xfrm>
            <a:custGeom>
              <a:avLst/>
              <a:gdLst/>
              <a:ahLst/>
              <a:cxnLst/>
              <a:rect l="l" t="t" r="r" b="b"/>
              <a:pathLst>
                <a:path w="936" h="1444" extrusionOk="0">
                  <a:moveTo>
                    <a:pt x="760" y="0"/>
                  </a:moveTo>
                  <a:cubicBezTo>
                    <a:pt x="729" y="0"/>
                    <a:pt x="696" y="10"/>
                    <a:pt x="661" y="31"/>
                  </a:cubicBezTo>
                  <a:lnTo>
                    <a:pt x="209" y="293"/>
                  </a:lnTo>
                  <a:cubicBezTo>
                    <a:pt x="90" y="360"/>
                    <a:pt x="1" y="527"/>
                    <a:pt x="8" y="663"/>
                  </a:cubicBezTo>
                  <a:lnTo>
                    <a:pt x="42" y="1292"/>
                  </a:lnTo>
                  <a:cubicBezTo>
                    <a:pt x="47" y="1389"/>
                    <a:pt x="100" y="1444"/>
                    <a:pt x="172" y="1444"/>
                  </a:cubicBezTo>
                  <a:cubicBezTo>
                    <a:pt x="202" y="1444"/>
                    <a:pt x="235" y="1434"/>
                    <a:pt x="270" y="1415"/>
                  </a:cubicBezTo>
                  <a:lnTo>
                    <a:pt x="725" y="1153"/>
                  </a:lnTo>
                  <a:cubicBezTo>
                    <a:pt x="845" y="1085"/>
                    <a:pt x="936" y="918"/>
                    <a:pt x="926" y="782"/>
                  </a:cubicBezTo>
                  <a:lnTo>
                    <a:pt x="892" y="153"/>
                  </a:lnTo>
                  <a:cubicBezTo>
                    <a:pt x="885" y="57"/>
                    <a:pt x="832" y="0"/>
                    <a:pt x="760" y="0"/>
                  </a:cubicBezTo>
                  <a:close/>
                </a:path>
              </a:pathLst>
            </a:custGeom>
            <a:solidFill>
              <a:srgbClr val="27DE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1459;p25"/>
            <p:cNvSpPr/>
            <p:nvPr/>
          </p:nvSpPr>
          <p:spPr>
            <a:xfrm flipH="1">
              <a:off x="7473641" y="2284683"/>
              <a:ext cx="35785" cy="56084"/>
            </a:xfrm>
            <a:custGeom>
              <a:avLst/>
              <a:gdLst/>
              <a:ahLst/>
              <a:cxnLst/>
              <a:rect l="l" t="t" r="r" b="b"/>
              <a:pathLst>
                <a:path w="922" h="1445" extrusionOk="0">
                  <a:moveTo>
                    <a:pt x="752" y="1"/>
                  </a:moveTo>
                  <a:cubicBezTo>
                    <a:pt x="721" y="1"/>
                    <a:pt x="691" y="10"/>
                    <a:pt x="653" y="31"/>
                  </a:cubicBezTo>
                  <a:lnTo>
                    <a:pt x="201" y="293"/>
                  </a:lnTo>
                  <a:cubicBezTo>
                    <a:pt x="85" y="357"/>
                    <a:pt x="0" y="514"/>
                    <a:pt x="0" y="646"/>
                  </a:cubicBezTo>
                  <a:lnTo>
                    <a:pt x="0" y="663"/>
                  </a:lnTo>
                  <a:lnTo>
                    <a:pt x="34" y="1292"/>
                  </a:lnTo>
                  <a:cubicBezTo>
                    <a:pt x="41" y="1388"/>
                    <a:pt x="92" y="1445"/>
                    <a:pt x="167" y="1445"/>
                  </a:cubicBezTo>
                  <a:cubicBezTo>
                    <a:pt x="194" y="1445"/>
                    <a:pt x="228" y="1435"/>
                    <a:pt x="262" y="1415"/>
                  </a:cubicBezTo>
                  <a:lnTo>
                    <a:pt x="717" y="1153"/>
                  </a:lnTo>
                  <a:cubicBezTo>
                    <a:pt x="833" y="1088"/>
                    <a:pt x="921" y="932"/>
                    <a:pt x="918" y="796"/>
                  </a:cubicBezTo>
                  <a:lnTo>
                    <a:pt x="918" y="782"/>
                  </a:lnTo>
                  <a:lnTo>
                    <a:pt x="884" y="153"/>
                  </a:lnTo>
                  <a:cubicBezTo>
                    <a:pt x="877" y="54"/>
                    <a:pt x="823" y="1"/>
                    <a:pt x="75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1460;p25"/>
            <p:cNvSpPr/>
            <p:nvPr/>
          </p:nvSpPr>
          <p:spPr>
            <a:xfrm flipH="1">
              <a:off x="6977231" y="1999960"/>
              <a:ext cx="458065" cy="296062"/>
            </a:xfrm>
            <a:custGeom>
              <a:avLst/>
              <a:gdLst/>
              <a:ahLst/>
              <a:cxnLst/>
              <a:rect l="l" t="t" r="r" b="b"/>
              <a:pathLst>
                <a:path w="11802" h="7628" extrusionOk="0">
                  <a:moveTo>
                    <a:pt x="11570" y="0"/>
                  </a:moveTo>
                  <a:cubicBezTo>
                    <a:pt x="11525" y="0"/>
                    <a:pt x="11476" y="14"/>
                    <a:pt x="11424" y="44"/>
                  </a:cubicBezTo>
                  <a:lnTo>
                    <a:pt x="314" y="6459"/>
                  </a:lnTo>
                  <a:cubicBezTo>
                    <a:pt x="137" y="6561"/>
                    <a:pt x="0" y="6813"/>
                    <a:pt x="11" y="7017"/>
                  </a:cubicBezTo>
                  <a:lnTo>
                    <a:pt x="31" y="7398"/>
                  </a:lnTo>
                  <a:cubicBezTo>
                    <a:pt x="41" y="7543"/>
                    <a:pt x="121" y="7628"/>
                    <a:pt x="231" y="7628"/>
                  </a:cubicBezTo>
                  <a:cubicBezTo>
                    <a:pt x="275" y="7628"/>
                    <a:pt x="324" y="7614"/>
                    <a:pt x="375" y="7585"/>
                  </a:cubicBezTo>
                  <a:lnTo>
                    <a:pt x="11489" y="1172"/>
                  </a:lnTo>
                  <a:cubicBezTo>
                    <a:pt x="11665" y="1067"/>
                    <a:pt x="11802" y="819"/>
                    <a:pt x="11788" y="615"/>
                  </a:cubicBezTo>
                  <a:lnTo>
                    <a:pt x="11767" y="230"/>
                  </a:lnTo>
                  <a:cubicBezTo>
                    <a:pt x="11760" y="85"/>
                    <a:pt x="11680" y="0"/>
                    <a:pt x="115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1461;p25"/>
            <p:cNvSpPr/>
            <p:nvPr/>
          </p:nvSpPr>
          <p:spPr>
            <a:xfrm flipH="1">
              <a:off x="7608894" y="2356057"/>
              <a:ext cx="237144" cy="188396"/>
            </a:xfrm>
            <a:custGeom>
              <a:avLst/>
              <a:gdLst/>
              <a:ahLst/>
              <a:cxnLst/>
              <a:rect l="l" t="t" r="r" b="b"/>
              <a:pathLst>
                <a:path w="6110" h="4854" extrusionOk="0">
                  <a:moveTo>
                    <a:pt x="5850" y="1"/>
                  </a:moveTo>
                  <a:cubicBezTo>
                    <a:pt x="5806" y="1"/>
                    <a:pt x="5756" y="15"/>
                    <a:pt x="5705" y="45"/>
                  </a:cubicBezTo>
                  <a:lnTo>
                    <a:pt x="313" y="3163"/>
                  </a:lnTo>
                  <a:cubicBezTo>
                    <a:pt x="136" y="3268"/>
                    <a:pt x="1" y="3516"/>
                    <a:pt x="14" y="3720"/>
                  </a:cubicBezTo>
                  <a:lnTo>
                    <a:pt x="65" y="4624"/>
                  </a:lnTo>
                  <a:cubicBezTo>
                    <a:pt x="74" y="4768"/>
                    <a:pt x="154" y="4853"/>
                    <a:pt x="262" y="4853"/>
                  </a:cubicBezTo>
                  <a:cubicBezTo>
                    <a:pt x="307" y="4853"/>
                    <a:pt x="357" y="4839"/>
                    <a:pt x="408" y="4807"/>
                  </a:cubicBezTo>
                  <a:lnTo>
                    <a:pt x="5800" y="1691"/>
                  </a:lnTo>
                  <a:cubicBezTo>
                    <a:pt x="5977" y="1589"/>
                    <a:pt x="6110" y="1336"/>
                    <a:pt x="6100" y="1132"/>
                  </a:cubicBezTo>
                  <a:lnTo>
                    <a:pt x="6048" y="232"/>
                  </a:lnTo>
                  <a:cubicBezTo>
                    <a:pt x="6039" y="85"/>
                    <a:pt x="5959" y="1"/>
                    <a:pt x="58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1462;p25"/>
            <p:cNvSpPr/>
            <p:nvPr/>
          </p:nvSpPr>
          <p:spPr>
            <a:xfrm flipH="1">
              <a:off x="7555448" y="2582640"/>
              <a:ext cx="334137" cy="224569"/>
            </a:xfrm>
            <a:custGeom>
              <a:avLst/>
              <a:gdLst/>
              <a:ahLst/>
              <a:cxnLst/>
              <a:rect l="l" t="t" r="r" b="b"/>
              <a:pathLst>
                <a:path w="8609" h="5786" extrusionOk="0">
                  <a:moveTo>
                    <a:pt x="8375" y="1"/>
                  </a:moveTo>
                  <a:cubicBezTo>
                    <a:pt x="8331" y="1"/>
                    <a:pt x="8282" y="15"/>
                    <a:pt x="8231" y="44"/>
                  </a:cubicBezTo>
                  <a:lnTo>
                    <a:pt x="313" y="4617"/>
                  </a:lnTo>
                  <a:cubicBezTo>
                    <a:pt x="136" y="4719"/>
                    <a:pt x="1" y="4971"/>
                    <a:pt x="14" y="5175"/>
                  </a:cubicBezTo>
                  <a:lnTo>
                    <a:pt x="34" y="5558"/>
                  </a:lnTo>
                  <a:cubicBezTo>
                    <a:pt x="44" y="5703"/>
                    <a:pt x="123" y="5786"/>
                    <a:pt x="232" y="5786"/>
                  </a:cubicBezTo>
                  <a:cubicBezTo>
                    <a:pt x="276" y="5786"/>
                    <a:pt x="326" y="5772"/>
                    <a:pt x="378" y="5742"/>
                  </a:cubicBezTo>
                  <a:lnTo>
                    <a:pt x="8296" y="1173"/>
                  </a:lnTo>
                  <a:cubicBezTo>
                    <a:pt x="8473" y="1067"/>
                    <a:pt x="8609" y="819"/>
                    <a:pt x="8595" y="615"/>
                  </a:cubicBezTo>
                  <a:lnTo>
                    <a:pt x="8575" y="231"/>
                  </a:lnTo>
                  <a:cubicBezTo>
                    <a:pt x="8565" y="86"/>
                    <a:pt x="8485" y="1"/>
                    <a:pt x="83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1463;p25"/>
            <p:cNvSpPr/>
            <p:nvPr/>
          </p:nvSpPr>
          <p:spPr>
            <a:xfrm flipH="1">
              <a:off x="7548733" y="2699153"/>
              <a:ext cx="334137" cy="224569"/>
            </a:xfrm>
            <a:custGeom>
              <a:avLst/>
              <a:gdLst/>
              <a:ahLst/>
              <a:cxnLst/>
              <a:rect l="l" t="t" r="r" b="b"/>
              <a:pathLst>
                <a:path w="8609" h="5786" extrusionOk="0">
                  <a:moveTo>
                    <a:pt x="8378" y="0"/>
                  </a:moveTo>
                  <a:cubicBezTo>
                    <a:pt x="8333" y="0"/>
                    <a:pt x="8283" y="14"/>
                    <a:pt x="8232" y="44"/>
                  </a:cubicBezTo>
                  <a:lnTo>
                    <a:pt x="313" y="4621"/>
                  </a:lnTo>
                  <a:cubicBezTo>
                    <a:pt x="137" y="4723"/>
                    <a:pt x="1" y="4971"/>
                    <a:pt x="14" y="5178"/>
                  </a:cubicBezTo>
                  <a:lnTo>
                    <a:pt x="35" y="5555"/>
                  </a:lnTo>
                  <a:cubicBezTo>
                    <a:pt x="44" y="5700"/>
                    <a:pt x="125" y="5786"/>
                    <a:pt x="235" y="5786"/>
                  </a:cubicBezTo>
                  <a:cubicBezTo>
                    <a:pt x="279" y="5786"/>
                    <a:pt x="328" y="5772"/>
                    <a:pt x="378" y="5743"/>
                  </a:cubicBezTo>
                  <a:lnTo>
                    <a:pt x="8296" y="1169"/>
                  </a:lnTo>
                  <a:cubicBezTo>
                    <a:pt x="8477" y="1067"/>
                    <a:pt x="8609" y="816"/>
                    <a:pt x="8599" y="612"/>
                  </a:cubicBezTo>
                  <a:lnTo>
                    <a:pt x="8575" y="228"/>
                  </a:lnTo>
                  <a:cubicBezTo>
                    <a:pt x="8568" y="83"/>
                    <a:pt x="8487" y="0"/>
                    <a:pt x="83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1464;p25"/>
            <p:cNvSpPr/>
            <p:nvPr/>
          </p:nvSpPr>
          <p:spPr>
            <a:xfrm flipH="1">
              <a:off x="7541980" y="2815549"/>
              <a:ext cx="334020" cy="224608"/>
            </a:xfrm>
            <a:custGeom>
              <a:avLst/>
              <a:gdLst/>
              <a:ahLst/>
              <a:cxnLst/>
              <a:rect l="l" t="t" r="r" b="b"/>
              <a:pathLst>
                <a:path w="8606" h="5787" extrusionOk="0">
                  <a:moveTo>
                    <a:pt x="8374" y="0"/>
                  </a:moveTo>
                  <a:cubicBezTo>
                    <a:pt x="8329" y="0"/>
                    <a:pt x="8280" y="14"/>
                    <a:pt x="8228" y="44"/>
                  </a:cubicBezTo>
                  <a:lnTo>
                    <a:pt x="313" y="4624"/>
                  </a:lnTo>
                  <a:cubicBezTo>
                    <a:pt x="133" y="4729"/>
                    <a:pt x="1" y="4977"/>
                    <a:pt x="10" y="5184"/>
                  </a:cubicBezTo>
                  <a:lnTo>
                    <a:pt x="31" y="5559"/>
                  </a:lnTo>
                  <a:cubicBezTo>
                    <a:pt x="41" y="5703"/>
                    <a:pt x="120" y="5786"/>
                    <a:pt x="229" y="5786"/>
                  </a:cubicBezTo>
                  <a:cubicBezTo>
                    <a:pt x="275" y="5786"/>
                    <a:pt x="325" y="5772"/>
                    <a:pt x="378" y="5742"/>
                  </a:cubicBezTo>
                  <a:lnTo>
                    <a:pt x="8292" y="1173"/>
                  </a:lnTo>
                  <a:cubicBezTo>
                    <a:pt x="8473" y="1067"/>
                    <a:pt x="8606" y="819"/>
                    <a:pt x="8595" y="615"/>
                  </a:cubicBezTo>
                  <a:lnTo>
                    <a:pt x="8571" y="230"/>
                  </a:lnTo>
                  <a:cubicBezTo>
                    <a:pt x="8564" y="85"/>
                    <a:pt x="8484" y="0"/>
                    <a:pt x="83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1465;p25"/>
            <p:cNvSpPr/>
            <p:nvPr/>
          </p:nvSpPr>
          <p:spPr>
            <a:xfrm flipH="1">
              <a:off x="7535149" y="2932023"/>
              <a:ext cx="334137" cy="224608"/>
            </a:xfrm>
            <a:custGeom>
              <a:avLst/>
              <a:gdLst/>
              <a:ahLst/>
              <a:cxnLst/>
              <a:rect l="l" t="t" r="r" b="b"/>
              <a:pathLst>
                <a:path w="8609" h="5787" extrusionOk="0">
                  <a:moveTo>
                    <a:pt x="8378" y="1"/>
                  </a:moveTo>
                  <a:cubicBezTo>
                    <a:pt x="8333" y="1"/>
                    <a:pt x="8283" y="15"/>
                    <a:pt x="8232" y="45"/>
                  </a:cubicBezTo>
                  <a:lnTo>
                    <a:pt x="314" y="4628"/>
                  </a:lnTo>
                  <a:cubicBezTo>
                    <a:pt x="137" y="4730"/>
                    <a:pt x="1" y="4981"/>
                    <a:pt x="11" y="5185"/>
                  </a:cubicBezTo>
                  <a:lnTo>
                    <a:pt x="35" y="5556"/>
                  </a:lnTo>
                  <a:cubicBezTo>
                    <a:pt x="42" y="5702"/>
                    <a:pt x="122" y="5786"/>
                    <a:pt x="232" y="5786"/>
                  </a:cubicBezTo>
                  <a:cubicBezTo>
                    <a:pt x="277" y="5786"/>
                    <a:pt x="326" y="5773"/>
                    <a:pt x="378" y="5743"/>
                  </a:cubicBezTo>
                  <a:lnTo>
                    <a:pt x="8296" y="1171"/>
                  </a:lnTo>
                  <a:cubicBezTo>
                    <a:pt x="8473" y="1069"/>
                    <a:pt x="8609" y="816"/>
                    <a:pt x="8596" y="612"/>
                  </a:cubicBezTo>
                  <a:lnTo>
                    <a:pt x="8575" y="228"/>
                  </a:lnTo>
                  <a:cubicBezTo>
                    <a:pt x="8566" y="84"/>
                    <a:pt x="8486" y="1"/>
                    <a:pt x="83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1466;p25"/>
            <p:cNvSpPr/>
            <p:nvPr/>
          </p:nvSpPr>
          <p:spPr>
            <a:xfrm flipH="1">
              <a:off x="7380492" y="2557179"/>
              <a:ext cx="83680" cy="290395"/>
            </a:xfrm>
            <a:custGeom>
              <a:avLst/>
              <a:gdLst/>
              <a:ahLst/>
              <a:cxnLst/>
              <a:rect l="l" t="t" r="r" b="b"/>
              <a:pathLst>
                <a:path w="2156" h="7482" extrusionOk="0">
                  <a:moveTo>
                    <a:pt x="1596" y="0"/>
                  </a:moveTo>
                  <a:cubicBezTo>
                    <a:pt x="1551" y="0"/>
                    <a:pt x="1501" y="14"/>
                    <a:pt x="1449" y="44"/>
                  </a:cubicBezTo>
                  <a:lnTo>
                    <a:pt x="313" y="700"/>
                  </a:lnTo>
                  <a:cubicBezTo>
                    <a:pt x="132" y="805"/>
                    <a:pt x="0" y="1053"/>
                    <a:pt x="10" y="1257"/>
                  </a:cubicBezTo>
                  <a:lnTo>
                    <a:pt x="364" y="7251"/>
                  </a:lnTo>
                  <a:cubicBezTo>
                    <a:pt x="371" y="7397"/>
                    <a:pt x="451" y="7481"/>
                    <a:pt x="561" y="7481"/>
                  </a:cubicBezTo>
                  <a:cubicBezTo>
                    <a:pt x="606" y="7481"/>
                    <a:pt x="656" y="7468"/>
                    <a:pt x="708" y="7438"/>
                  </a:cubicBezTo>
                  <a:lnTo>
                    <a:pt x="1846" y="6779"/>
                  </a:lnTo>
                  <a:cubicBezTo>
                    <a:pt x="2023" y="6677"/>
                    <a:pt x="2156" y="6429"/>
                    <a:pt x="2145" y="6222"/>
                  </a:cubicBezTo>
                  <a:lnTo>
                    <a:pt x="1795" y="231"/>
                  </a:lnTo>
                  <a:cubicBezTo>
                    <a:pt x="1786" y="84"/>
                    <a:pt x="1706" y="0"/>
                    <a:pt x="159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1467;p25"/>
            <p:cNvSpPr/>
            <p:nvPr/>
          </p:nvSpPr>
          <p:spPr>
            <a:xfrm flipH="1">
              <a:off x="7376534" y="2861851"/>
              <a:ext cx="69979" cy="51737"/>
            </a:xfrm>
            <a:custGeom>
              <a:avLst/>
              <a:gdLst/>
              <a:ahLst/>
              <a:cxnLst/>
              <a:rect l="l" t="t" r="r" b="b"/>
              <a:pathLst>
                <a:path w="1803" h="1333" extrusionOk="0">
                  <a:moveTo>
                    <a:pt x="1636" y="0"/>
                  </a:moveTo>
                  <a:cubicBezTo>
                    <a:pt x="1583" y="0"/>
                    <a:pt x="1521" y="19"/>
                    <a:pt x="1456" y="57"/>
                  </a:cubicBezTo>
                  <a:lnTo>
                    <a:pt x="317" y="714"/>
                  </a:lnTo>
                  <a:cubicBezTo>
                    <a:pt x="140" y="816"/>
                    <a:pt x="1" y="1027"/>
                    <a:pt x="11" y="1179"/>
                  </a:cubicBezTo>
                  <a:cubicBezTo>
                    <a:pt x="15" y="1278"/>
                    <a:pt x="78" y="1332"/>
                    <a:pt x="168" y="1332"/>
                  </a:cubicBezTo>
                  <a:cubicBezTo>
                    <a:pt x="220" y="1332"/>
                    <a:pt x="282" y="1314"/>
                    <a:pt x="347" y="1275"/>
                  </a:cubicBezTo>
                  <a:lnTo>
                    <a:pt x="1486" y="619"/>
                  </a:lnTo>
                  <a:cubicBezTo>
                    <a:pt x="1667" y="517"/>
                    <a:pt x="1803" y="306"/>
                    <a:pt x="1792" y="153"/>
                  </a:cubicBezTo>
                  <a:cubicBezTo>
                    <a:pt x="1788" y="54"/>
                    <a:pt x="1726" y="0"/>
                    <a:pt x="16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1468;p25"/>
            <p:cNvSpPr/>
            <p:nvPr/>
          </p:nvSpPr>
          <p:spPr>
            <a:xfrm flipH="1">
              <a:off x="7229555" y="2580505"/>
              <a:ext cx="77315" cy="179741"/>
            </a:xfrm>
            <a:custGeom>
              <a:avLst/>
              <a:gdLst/>
              <a:ahLst/>
              <a:cxnLst/>
              <a:rect l="l" t="t" r="r" b="b"/>
              <a:pathLst>
                <a:path w="1992" h="4631" extrusionOk="0">
                  <a:moveTo>
                    <a:pt x="1597" y="1"/>
                  </a:moveTo>
                  <a:cubicBezTo>
                    <a:pt x="1553" y="1"/>
                    <a:pt x="1503" y="15"/>
                    <a:pt x="1452" y="44"/>
                  </a:cubicBezTo>
                  <a:lnTo>
                    <a:pt x="313" y="701"/>
                  </a:lnTo>
                  <a:cubicBezTo>
                    <a:pt x="136" y="807"/>
                    <a:pt x="0" y="1055"/>
                    <a:pt x="13" y="1259"/>
                  </a:cubicBezTo>
                  <a:lnTo>
                    <a:pt x="197" y="4403"/>
                  </a:lnTo>
                  <a:cubicBezTo>
                    <a:pt x="204" y="4548"/>
                    <a:pt x="285" y="4631"/>
                    <a:pt x="394" y="4631"/>
                  </a:cubicBezTo>
                  <a:cubicBezTo>
                    <a:pt x="439" y="4631"/>
                    <a:pt x="489" y="4617"/>
                    <a:pt x="540" y="4587"/>
                  </a:cubicBezTo>
                  <a:lnTo>
                    <a:pt x="1679" y="3931"/>
                  </a:lnTo>
                  <a:cubicBezTo>
                    <a:pt x="1856" y="3829"/>
                    <a:pt x="1992" y="3578"/>
                    <a:pt x="1979" y="3374"/>
                  </a:cubicBezTo>
                  <a:lnTo>
                    <a:pt x="1795" y="232"/>
                  </a:lnTo>
                  <a:cubicBezTo>
                    <a:pt x="1788" y="85"/>
                    <a:pt x="1707" y="1"/>
                    <a:pt x="1597" y="1"/>
                  </a:cubicBezTo>
                  <a:close/>
                </a:path>
              </a:pathLst>
            </a:custGeom>
            <a:solidFill>
              <a:srgbClr val="27DE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1469;p25"/>
            <p:cNvSpPr/>
            <p:nvPr/>
          </p:nvSpPr>
          <p:spPr>
            <a:xfrm flipH="1">
              <a:off x="7230060" y="2580505"/>
              <a:ext cx="76305" cy="179741"/>
            </a:xfrm>
            <a:custGeom>
              <a:avLst/>
              <a:gdLst/>
              <a:ahLst/>
              <a:cxnLst/>
              <a:rect l="l" t="t" r="r" b="b"/>
              <a:pathLst>
                <a:path w="1966" h="4631" extrusionOk="0">
                  <a:moveTo>
                    <a:pt x="1585" y="0"/>
                  </a:moveTo>
                  <a:cubicBezTo>
                    <a:pt x="1541" y="0"/>
                    <a:pt x="1489" y="14"/>
                    <a:pt x="1439" y="44"/>
                  </a:cubicBezTo>
                  <a:lnTo>
                    <a:pt x="300" y="701"/>
                  </a:lnTo>
                  <a:cubicBezTo>
                    <a:pt x="130" y="799"/>
                    <a:pt x="0" y="1034"/>
                    <a:pt x="0" y="1235"/>
                  </a:cubicBezTo>
                  <a:lnTo>
                    <a:pt x="0" y="1259"/>
                  </a:lnTo>
                  <a:lnTo>
                    <a:pt x="184" y="4403"/>
                  </a:lnTo>
                  <a:cubicBezTo>
                    <a:pt x="191" y="4549"/>
                    <a:pt x="273" y="4631"/>
                    <a:pt x="381" y="4631"/>
                  </a:cubicBezTo>
                  <a:cubicBezTo>
                    <a:pt x="425" y="4631"/>
                    <a:pt x="477" y="4618"/>
                    <a:pt x="527" y="4587"/>
                  </a:cubicBezTo>
                  <a:lnTo>
                    <a:pt x="1666" y="3931"/>
                  </a:lnTo>
                  <a:cubicBezTo>
                    <a:pt x="1836" y="3832"/>
                    <a:pt x="1966" y="3601"/>
                    <a:pt x="1966" y="3400"/>
                  </a:cubicBezTo>
                  <a:lnTo>
                    <a:pt x="1966" y="3374"/>
                  </a:lnTo>
                  <a:lnTo>
                    <a:pt x="1782" y="232"/>
                  </a:lnTo>
                  <a:cubicBezTo>
                    <a:pt x="1775" y="85"/>
                    <a:pt x="1693" y="0"/>
                    <a:pt x="158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1470;p25"/>
            <p:cNvSpPr/>
            <p:nvPr/>
          </p:nvSpPr>
          <p:spPr>
            <a:xfrm flipH="1">
              <a:off x="7225713" y="2774564"/>
              <a:ext cx="69979" cy="51737"/>
            </a:xfrm>
            <a:custGeom>
              <a:avLst/>
              <a:gdLst/>
              <a:ahLst/>
              <a:cxnLst/>
              <a:rect l="l" t="t" r="r" b="b"/>
              <a:pathLst>
                <a:path w="1803" h="1333" extrusionOk="0">
                  <a:moveTo>
                    <a:pt x="1634" y="1"/>
                  </a:moveTo>
                  <a:cubicBezTo>
                    <a:pt x="1582" y="1"/>
                    <a:pt x="1521" y="19"/>
                    <a:pt x="1456" y="56"/>
                  </a:cubicBezTo>
                  <a:lnTo>
                    <a:pt x="317" y="712"/>
                  </a:lnTo>
                  <a:cubicBezTo>
                    <a:pt x="140" y="817"/>
                    <a:pt x="1" y="1025"/>
                    <a:pt x="11" y="1181"/>
                  </a:cubicBezTo>
                  <a:cubicBezTo>
                    <a:pt x="17" y="1280"/>
                    <a:pt x="79" y="1333"/>
                    <a:pt x="169" y="1333"/>
                  </a:cubicBezTo>
                  <a:cubicBezTo>
                    <a:pt x="222" y="1333"/>
                    <a:pt x="284" y="1314"/>
                    <a:pt x="351" y="1277"/>
                  </a:cubicBezTo>
                  <a:lnTo>
                    <a:pt x="1487" y="621"/>
                  </a:lnTo>
                  <a:cubicBezTo>
                    <a:pt x="1666" y="519"/>
                    <a:pt x="1803" y="307"/>
                    <a:pt x="1793" y="151"/>
                  </a:cubicBezTo>
                  <a:cubicBezTo>
                    <a:pt x="1788" y="54"/>
                    <a:pt x="1725" y="1"/>
                    <a:pt x="16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1471;p25"/>
            <p:cNvSpPr/>
            <p:nvPr/>
          </p:nvSpPr>
          <p:spPr>
            <a:xfrm flipH="1">
              <a:off x="7078695" y="2315810"/>
              <a:ext cx="87018" cy="357230"/>
            </a:xfrm>
            <a:custGeom>
              <a:avLst/>
              <a:gdLst/>
              <a:ahLst/>
              <a:cxnLst/>
              <a:rect l="l" t="t" r="r" b="b"/>
              <a:pathLst>
                <a:path w="2242" h="9204" extrusionOk="0">
                  <a:moveTo>
                    <a:pt x="1597" y="1"/>
                  </a:moveTo>
                  <a:cubicBezTo>
                    <a:pt x="1552" y="1"/>
                    <a:pt x="1501" y="15"/>
                    <a:pt x="1449" y="45"/>
                  </a:cubicBezTo>
                  <a:lnTo>
                    <a:pt x="313" y="701"/>
                  </a:lnTo>
                  <a:cubicBezTo>
                    <a:pt x="133" y="806"/>
                    <a:pt x="1" y="1055"/>
                    <a:pt x="10" y="1259"/>
                  </a:cubicBezTo>
                  <a:lnTo>
                    <a:pt x="446" y="8973"/>
                  </a:lnTo>
                  <a:cubicBezTo>
                    <a:pt x="455" y="9120"/>
                    <a:pt x="535" y="9204"/>
                    <a:pt x="644" y="9204"/>
                  </a:cubicBezTo>
                  <a:cubicBezTo>
                    <a:pt x="689" y="9204"/>
                    <a:pt x="738" y="9189"/>
                    <a:pt x="790" y="9160"/>
                  </a:cubicBezTo>
                  <a:lnTo>
                    <a:pt x="1928" y="8504"/>
                  </a:lnTo>
                  <a:cubicBezTo>
                    <a:pt x="2105" y="8398"/>
                    <a:pt x="2241" y="8150"/>
                    <a:pt x="2231" y="7946"/>
                  </a:cubicBezTo>
                  <a:lnTo>
                    <a:pt x="1792" y="232"/>
                  </a:lnTo>
                  <a:cubicBezTo>
                    <a:pt x="1785" y="85"/>
                    <a:pt x="1706" y="1"/>
                    <a:pt x="1597" y="1"/>
                  </a:cubicBezTo>
                  <a:close/>
                </a:path>
              </a:pathLst>
            </a:custGeom>
            <a:solidFill>
              <a:srgbClr val="27DE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1472;p25"/>
            <p:cNvSpPr/>
            <p:nvPr/>
          </p:nvSpPr>
          <p:spPr>
            <a:xfrm flipH="1">
              <a:off x="7079122" y="2315810"/>
              <a:ext cx="86203" cy="357230"/>
            </a:xfrm>
            <a:custGeom>
              <a:avLst/>
              <a:gdLst/>
              <a:ahLst/>
              <a:cxnLst/>
              <a:rect l="l" t="t" r="r" b="b"/>
              <a:pathLst>
                <a:path w="2221" h="9204" extrusionOk="0">
                  <a:moveTo>
                    <a:pt x="1588" y="1"/>
                  </a:moveTo>
                  <a:cubicBezTo>
                    <a:pt x="1541" y="1"/>
                    <a:pt x="1494" y="14"/>
                    <a:pt x="1439" y="45"/>
                  </a:cubicBezTo>
                  <a:lnTo>
                    <a:pt x="303" y="701"/>
                  </a:lnTo>
                  <a:cubicBezTo>
                    <a:pt x="130" y="799"/>
                    <a:pt x="0" y="1034"/>
                    <a:pt x="0" y="1234"/>
                  </a:cubicBezTo>
                  <a:lnTo>
                    <a:pt x="0" y="1259"/>
                  </a:lnTo>
                  <a:lnTo>
                    <a:pt x="436" y="8973"/>
                  </a:lnTo>
                  <a:cubicBezTo>
                    <a:pt x="446" y="9119"/>
                    <a:pt x="524" y="9204"/>
                    <a:pt x="633" y="9204"/>
                  </a:cubicBezTo>
                  <a:cubicBezTo>
                    <a:pt x="678" y="9204"/>
                    <a:pt x="728" y="9190"/>
                    <a:pt x="780" y="9160"/>
                  </a:cubicBezTo>
                  <a:lnTo>
                    <a:pt x="1918" y="8504"/>
                  </a:lnTo>
                  <a:cubicBezTo>
                    <a:pt x="2088" y="8405"/>
                    <a:pt x="2221" y="8170"/>
                    <a:pt x="2221" y="7970"/>
                  </a:cubicBezTo>
                  <a:lnTo>
                    <a:pt x="2221" y="7946"/>
                  </a:lnTo>
                  <a:lnTo>
                    <a:pt x="1782" y="232"/>
                  </a:lnTo>
                  <a:cubicBezTo>
                    <a:pt x="1775" y="85"/>
                    <a:pt x="1698" y="1"/>
                    <a:pt x="158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473;p25"/>
            <p:cNvSpPr/>
            <p:nvPr/>
          </p:nvSpPr>
          <p:spPr>
            <a:xfrm flipH="1">
              <a:off x="7074892" y="2687315"/>
              <a:ext cx="69863" cy="51737"/>
            </a:xfrm>
            <a:custGeom>
              <a:avLst/>
              <a:gdLst/>
              <a:ahLst/>
              <a:cxnLst/>
              <a:rect l="l" t="t" r="r" b="b"/>
              <a:pathLst>
                <a:path w="1800" h="1333" extrusionOk="0">
                  <a:moveTo>
                    <a:pt x="1633" y="1"/>
                  </a:moveTo>
                  <a:cubicBezTo>
                    <a:pt x="1580" y="1"/>
                    <a:pt x="1518" y="19"/>
                    <a:pt x="1453" y="57"/>
                  </a:cubicBezTo>
                  <a:lnTo>
                    <a:pt x="314" y="713"/>
                  </a:lnTo>
                  <a:cubicBezTo>
                    <a:pt x="137" y="815"/>
                    <a:pt x="1" y="1025"/>
                    <a:pt x="8" y="1182"/>
                  </a:cubicBezTo>
                  <a:cubicBezTo>
                    <a:pt x="14" y="1279"/>
                    <a:pt x="77" y="1333"/>
                    <a:pt x="168" y="1333"/>
                  </a:cubicBezTo>
                  <a:cubicBezTo>
                    <a:pt x="220" y="1333"/>
                    <a:pt x="282" y="1315"/>
                    <a:pt x="348" y="1278"/>
                  </a:cubicBezTo>
                  <a:lnTo>
                    <a:pt x="1487" y="617"/>
                  </a:lnTo>
                  <a:cubicBezTo>
                    <a:pt x="1664" y="515"/>
                    <a:pt x="1800" y="308"/>
                    <a:pt x="1793" y="152"/>
                  </a:cubicBezTo>
                  <a:cubicBezTo>
                    <a:pt x="1786" y="54"/>
                    <a:pt x="1723" y="1"/>
                    <a:pt x="163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474;p25"/>
            <p:cNvSpPr/>
            <p:nvPr/>
          </p:nvSpPr>
          <p:spPr>
            <a:xfrm flipH="1">
              <a:off x="6927913" y="2360754"/>
              <a:ext cx="79333" cy="225035"/>
            </a:xfrm>
            <a:custGeom>
              <a:avLst/>
              <a:gdLst/>
              <a:ahLst/>
              <a:cxnLst/>
              <a:rect l="l" t="t" r="r" b="b"/>
              <a:pathLst>
                <a:path w="2044" h="5798" extrusionOk="0">
                  <a:moveTo>
                    <a:pt x="1601" y="1"/>
                  </a:moveTo>
                  <a:cubicBezTo>
                    <a:pt x="1555" y="1"/>
                    <a:pt x="1505" y="15"/>
                    <a:pt x="1452" y="46"/>
                  </a:cubicBezTo>
                  <a:lnTo>
                    <a:pt x="317" y="702"/>
                  </a:lnTo>
                  <a:cubicBezTo>
                    <a:pt x="137" y="804"/>
                    <a:pt x="1" y="1055"/>
                    <a:pt x="14" y="1259"/>
                  </a:cubicBezTo>
                  <a:lnTo>
                    <a:pt x="252" y="5568"/>
                  </a:lnTo>
                  <a:cubicBezTo>
                    <a:pt x="259" y="5713"/>
                    <a:pt x="339" y="5798"/>
                    <a:pt x="448" y="5798"/>
                  </a:cubicBezTo>
                  <a:cubicBezTo>
                    <a:pt x="492" y="5798"/>
                    <a:pt x="541" y="5784"/>
                    <a:pt x="592" y="5755"/>
                  </a:cubicBezTo>
                  <a:lnTo>
                    <a:pt x="1731" y="5094"/>
                  </a:lnTo>
                  <a:cubicBezTo>
                    <a:pt x="1912" y="4992"/>
                    <a:pt x="2044" y="4744"/>
                    <a:pt x="2034" y="4537"/>
                  </a:cubicBezTo>
                  <a:lnTo>
                    <a:pt x="1796" y="230"/>
                  </a:lnTo>
                  <a:cubicBezTo>
                    <a:pt x="1789" y="85"/>
                    <a:pt x="1710" y="1"/>
                    <a:pt x="1601" y="1"/>
                  </a:cubicBezTo>
                  <a:close/>
                </a:path>
              </a:pathLst>
            </a:custGeom>
            <a:solidFill>
              <a:srgbClr val="27DE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475;p25"/>
            <p:cNvSpPr/>
            <p:nvPr/>
          </p:nvSpPr>
          <p:spPr>
            <a:xfrm flipH="1">
              <a:off x="6928301" y="2360831"/>
              <a:ext cx="78401" cy="224996"/>
            </a:xfrm>
            <a:custGeom>
              <a:avLst/>
              <a:gdLst/>
              <a:ahLst/>
              <a:cxnLst/>
              <a:rect l="l" t="t" r="r" b="b"/>
              <a:pathLst>
                <a:path w="2020" h="5797" extrusionOk="0">
                  <a:moveTo>
                    <a:pt x="1584" y="0"/>
                  </a:moveTo>
                  <a:cubicBezTo>
                    <a:pt x="1540" y="0"/>
                    <a:pt x="1493" y="13"/>
                    <a:pt x="1438" y="44"/>
                  </a:cubicBezTo>
                  <a:lnTo>
                    <a:pt x="303" y="700"/>
                  </a:lnTo>
                  <a:cubicBezTo>
                    <a:pt x="129" y="799"/>
                    <a:pt x="0" y="1033"/>
                    <a:pt x="0" y="1234"/>
                  </a:cubicBezTo>
                  <a:lnTo>
                    <a:pt x="0" y="1257"/>
                  </a:lnTo>
                  <a:lnTo>
                    <a:pt x="238" y="5566"/>
                  </a:lnTo>
                  <a:cubicBezTo>
                    <a:pt x="245" y="5712"/>
                    <a:pt x="324" y="5797"/>
                    <a:pt x="432" y="5797"/>
                  </a:cubicBezTo>
                  <a:cubicBezTo>
                    <a:pt x="479" y="5797"/>
                    <a:pt x="528" y="5779"/>
                    <a:pt x="578" y="5753"/>
                  </a:cubicBezTo>
                  <a:lnTo>
                    <a:pt x="1717" y="5092"/>
                  </a:lnTo>
                  <a:cubicBezTo>
                    <a:pt x="1890" y="4995"/>
                    <a:pt x="2020" y="4760"/>
                    <a:pt x="2020" y="4559"/>
                  </a:cubicBezTo>
                  <a:lnTo>
                    <a:pt x="2020" y="4535"/>
                  </a:lnTo>
                  <a:lnTo>
                    <a:pt x="1782" y="228"/>
                  </a:lnTo>
                  <a:cubicBezTo>
                    <a:pt x="1775" y="82"/>
                    <a:pt x="1694" y="0"/>
                    <a:pt x="158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476;p25"/>
            <p:cNvSpPr/>
            <p:nvPr/>
          </p:nvSpPr>
          <p:spPr>
            <a:xfrm flipH="1">
              <a:off x="6923954" y="2600028"/>
              <a:ext cx="69940" cy="51776"/>
            </a:xfrm>
            <a:custGeom>
              <a:avLst/>
              <a:gdLst/>
              <a:ahLst/>
              <a:cxnLst/>
              <a:rect l="l" t="t" r="r" b="b"/>
              <a:pathLst>
                <a:path w="1802" h="1334" extrusionOk="0">
                  <a:moveTo>
                    <a:pt x="1631" y="0"/>
                  </a:moveTo>
                  <a:cubicBezTo>
                    <a:pt x="1579" y="0"/>
                    <a:pt x="1517" y="18"/>
                    <a:pt x="1452" y="55"/>
                  </a:cubicBezTo>
                  <a:lnTo>
                    <a:pt x="313" y="715"/>
                  </a:lnTo>
                  <a:cubicBezTo>
                    <a:pt x="136" y="817"/>
                    <a:pt x="0" y="1027"/>
                    <a:pt x="7" y="1181"/>
                  </a:cubicBezTo>
                  <a:cubicBezTo>
                    <a:pt x="13" y="1279"/>
                    <a:pt x="76" y="1333"/>
                    <a:pt x="167" y="1333"/>
                  </a:cubicBezTo>
                  <a:cubicBezTo>
                    <a:pt x="219" y="1333"/>
                    <a:pt x="282" y="1315"/>
                    <a:pt x="347" y="1275"/>
                  </a:cubicBezTo>
                  <a:lnTo>
                    <a:pt x="1486" y="619"/>
                  </a:lnTo>
                  <a:cubicBezTo>
                    <a:pt x="1662" y="517"/>
                    <a:pt x="1802" y="307"/>
                    <a:pt x="1792" y="153"/>
                  </a:cubicBezTo>
                  <a:cubicBezTo>
                    <a:pt x="1785" y="54"/>
                    <a:pt x="1723" y="0"/>
                    <a:pt x="16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477;p25"/>
            <p:cNvSpPr/>
            <p:nvPr/>
          </p:nvSpPr>
          <p:spPr>
            <a:xfrm flipH="1">
              <a:off x="5675929" y="2780424"/>
              <a:ext cx="223288" cy="241336"/>
            </a:xfrm>
            <a:custGeom>
              <a:avLst/>
              <a:gdLst/>
              <a:ahLst/>
              <a:cxnLst/>
              <a:rect l="l" t="t" r="r" b="b"/>
              <a:pathLst>
                <a:path w="5753" h="6218" extrusionOk="0">
                  <a:moveTo>
                    <a:pt x="1934" y="0"/>
                  </a:moveTo>
                  <a:lnTo>
                    <a:pt x="0" y="1140"/>
                  </a:lnTo>
                  <a:cubicBezTo>
                    <a:pt x="265" y="1989"/>
                    <a:pt x="755" y="2985"/>
                    <a:pt x="1064" y="3618"/>
                  </a:cubicBezTo>
                  <a:cubicBezTo>
                    <a:pt x="2037" y="5587"/>
                    <a:pt x="2874" y="6217"/>
                    <a:pt x="3787" y="6217"/>
                  </a:cubicBezTo>
                  <a:cubicBezTo>
                    <a:pt x="3889" y="6217"/>
                    <a:pt x="3992" y="6209"/>
                    <a:pt x="4096" y="6194"/>
                  </a:cubicBezTo>
                  <a:cubicBezTo>
                    <a:pt x="5753" y="5963"/>
                    <a:pt x="5637" y="5352"/>
                    <a:pt x="4685" y="4451"/>
                  </a:cubicBezTo>
                  <a:cubicBezTo>
                    <a:pt x="3981" y="3784"/>
                    <a:pt x="3644" y="3098"/>
                    <a:pt x="3644" y="3098"/>
                  </a:cubicBezTo>
                  <a:lnTo>
                    <a:pt x="3644" y="3098"/>
                  </a:lnTo>
                  <a:cubicBezTo>
                    <a:pt x="4015" y="3271"/>
                    <a:pt x="4311" y="3404"/>
                    <a:pt x="4532" y="3441"/>
                  </a:cubicBezTo>
                  <a:cubicBezTo>
                    <a:pt x="4584" y="3449"/>
                    <a:pt x="4632" y="3453"/>
                    <a:pt x="4678" y="3453"/>
                  </a:cubicBezTo>
                  <a:cubicBezTo>
                    <a:pt x="5021" y="3453"/>
                    <a:pt x="5193" y="3226"/>
                    <a:pt x="5229" y="3087"/>
                  </a:cubicBezTo>
                  <a:cubicBezTo>
                    <a:pt x="5259" y="2968"/>
                    <a:pt x="4953" y="2914"/>
                    <a:pt x="4559" y="2598"/>
                  </a:cubicBezTo>
                  <a:cubicBezTo>
                    <a:pt x="4059" y="2193"/>
                    <a:pt x="3774" y="1846"/>
                    <a:pt x="3142" y="1557"/>
                  </a:cubicBezTo>
                  <a:cubicBezTo>
                    <a:pt x="2903" y="1449"/>
                    <a:pt x="2400" y="1132"/>
                    <a:pt x="2298" y="895"/>
                  </a:cubicBezTo>
                  <a:cubicBezTo>
                    <a:pt x="2189" y="650"/>
                    <a:pt x="2067" y="344"/>
                    <a:pt x="1934" y="0"/>
                  </a:cubicBezTo>
                  <a:close/>
                </a:path>
              </a:pathLst>
            </a:custGeom>
            <a:solidFill>
              <a:srgbClr val="B166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478;p25"/>
            <p:cNvSpPr/>
            <p:nvPr/>
          </p:nvSpPr>
          <p:spPr>
            <a:xfrm flipH="1">
              <a:off x="5809596" y="2078670"/>
              <a:ext cx="240055" cy="754981"/>
            </a:xfrm>
            <a:custGeom>
              <a:avLst/>
              <a:gdLst/>
              <a:ahLst/>
              <a:cxnLst/>
              <a:rect l="l" t="t" r="r" b="b"/>
              <a:pathLst>
                <a:path w="6185" h="19452" extrusionOk="0">
                  <a:moveTo>
                    <a:pt x="1108" y="1"/>
                  </a:moveTo>
                  <a:cubicBezTo>
                    <a:pt x="1108" y="1"/>
                    <a:pt x="707" y="1130"/>
                    <a:pt x="316" y="1796"/>
                  </a:cubicBezTo>
                  <a:cubicBezTo>
                    <a:pt x="0" y="2334"/>
                    <a:pt x="266" y="10925"/>
                    <a:pt x="425" y="11645"/>
                  </a:cubicBezTo>
                  <a:cubicBezTo>
                    <a:pt x="585" y="12367"/>
                    <a:pt x="3726" y="19390"/>
                    <a:pt x="3726" y="19390"/>
                  </a:cubicBezTo>
                  <a:cubicBezTo>
                    <a:pt x="3726" y="19390"/>
                    <a:pt x="3930" y="19451"/>
                    <a:pt x="4250" y="19451"/>
                  </a:cubicBezTo>
                  <a:cubicBezTo>
                    <a:pt x="4731" y="19451"/>
                    <a:pt x="5476" y="19314"/>
                    <a:pt x="6184" y="18625"/>
                  </a:cubicBezTo>
                  <a:lnTo>
                    <a:pt x="3848" y="11268"/>
                  </a:lnTo>
                  <a:lnTo>
                    <a:pt x="3702" y="4998"/>
                  </a:lnTo>
                  <a:cubicBezTo>
                    <a:pt x="3702" y="4998"/>
                    <a:pt x="3795" y="481"/>
                    <a:pt x="1108" y="1"/>
                  </a:cubicBezTo>
                  <a:close/>
                </a:path>
              </a:pathLst>
            </a:custGeom>
            <a:solidFill>
              <a:srgbClr val="27DE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479;p25"/>
            <p:cNvSpPr/>
            <p:nvPr/>
          </p:nvSpPr>
          <p:spPr>
            <a:xfrm flipH="1">
              <a:off x="5809597" y="2078670"/>
              <a:ext cx="197051" cy="754981"/>
            </a:xfrm>
            <a:custGeom>
              <a:avLst/>
              <a:gdLst/>
              <a:ahLst/>
              <a:cxnLst/>
              <a:rect l="l" t="t" r="r" b="b"/>
              <a:pathLst>
                <a:path w="5077" h="19452" extrusionOk="0">
                  <a:moveTo>
                    <a:pt x="0" y="1"/>
                  </a:moveTo>
                  <a:lnTo>
                    <a:pt x="0" y="1"/>
                  </a:lnTo>
                  <a:cubicBezTo>
                    <a:pt x="1687" y="521"/>
                    <a:pt x="1714" y="1589"/>
                    <a:pt x="1894" y="3921"/>
                  </a:cubicBezTo>
                  <a:cubicBezTo>
                    <a:pt x="2054" y="5941"/>
                    <a:pt x="2152" y="18160"/>
                    <a:pt x="2152" y="18160"/>
                  </a:cubicBezTo>
                  <a:cubicBezTo>
                    <a:pt x="2132" y="18176"/>
                    <a:pt x="2111" y="18190"/>
                    <a:pt x="2091" y="18207"/>
                  </a:cubicBezTo>
                  <a:cubicBezTo>
                    <a:pt x="2407" y="18918"/>
                    <a:pt x="2618" y="19390"/>
                    <a:pt x="2618" y="19390"/>
                  </a:cubicBezTo>
                  <a:cubicBezTo>
                    <a:pt x="2618" y="19390"/>
                    <a:pt x="2822" y="19451"/>
                    <a:pt x="3142" y="19451"/>
                  </a:cubicBezTo>
                  <a:cubicBezTo>
                    <a:pt x="3621" y="19451"/>
                    <a:pt x="4366" y="19312"/>
                    <a:pt x="5076" y="18625"/>
                  </a:cubicBezTo>
                  <a:lnTo>
                    <a:pt x="2740" y="11268"/>
                  </a:lnTo>
                  <a:lnTo>
                    <a:pt x="2594" y="4998"/>
                  </a:lnTo>
                  <a:lnTo>
                    <a:pt x="2594" y="4948"/>
                  </a:lnTo>
                  <a:cubicBezTo>
                    <a:pt x="2594" y="4441"/>
                    <a:pt x="2516" y="450"/>
                    <a:pt x="0" y="1"/>
                  </a:cubicBezTo>
                  <a:close/>
                </a:path>
              </a:pathLst>
            </a:custGeom>
            <a:solidFill>
              <a:srgbClr val="146F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480;p25"/>
            <p:cNvSpPr/>
            <p:nvPr/>
          </p:nvSpPr>
          <p:spPr>
            <a:xfrm flipH="1">
              <a:off x="6298624" y="3847513"/>
              <a:ext cx="90278" cy="154435"/>
            </a:xfrm>
            <a:custGeom>
              <a:avLst/>
              <a:gdLst/>
              <a:ahLst/>
              <a:cxnLst/>
              <a:rect l="l" t="t" r="r" b="b"/>
              <a:pathLst>
                <a:path w="2326" h="3979" extrusionOk="0">
                  <a:moveTo>
                    <a:pt x="0" y="1"/>
                  </a:moveTo>
                  <a:lnTo>
                    <a:pt x="0" y="3979"/>
                  </a:lnTo>
                  <a:lnTo>
                    <a:pt x="2326" y="3979"/>
                  </a:lnTo>
                  <a:lnTo>
                    <a:pt x="2326" y="1"/>
                  </a:lnTo>
                  <a:close/>
                </a:path>
              </a:pathLst>
            </a:custGeom>
            <a:solidFill>
              <a:srgbClr val="B166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481;p25"/>
            <p:cNvSpPr/>
            <p:nvPr/>
          </p:nvSpPr>
          <p:spPr>
            <a:xfrm flipH="1">
              <a:off x="5925335" y="3721646"/>
              <a:ext cx="94664" cy="166544"/>
            </a:xfrm>
            <a:custGeom>
              <a:avLst/>
              <a:gdLst/>
              <a:ahLst/>
              <a:cxnLst/>
              <a:rect l="l" t="t" r="r" b="b"/>
              <a:pathLst>
                <a:path w="2439" h="4291" extrusionOk="0">
                  <a:moveTo>
                    <a:pt x="1" y="0"/>
                  </a:moveTo>
                  <a:lnTo>
                    <a:pt x="1" y="4212"/>
                  </a:lnTo>
                  <a:lnTo>
                    <a:pt x="2323" y="4291"/>
                  </a:lnTo>
                  <a:lnTo>
                    <a:pt x="2439" y="8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B166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482;p25"/>
            <p:cNvSpPr/>
            <p:nvPr/>
          </p:nvSpPr>
          <p:spPr>
            <a:xfrm flipH="1">
              <a:off x="5913952" y="2726825"/>
              <a:ext cx="498702" cy="1210019"/>
            </a:xfrm>
            <a:custGeom>
              <a:avLst/>
              <a:gdLst/>
              <a:ahLst/>
              <a:cxnLst/>
              <a:rect l="l" t="t" r="r" b="b"/>
              <a:pathLst>
                <a:path w="12849" h="31176" extrusionOk="0">
                  <a:moveTo>
                    <a:pt x="12151" y="1"/>
                  </a:moveTo>
                  <a:lnTo>
                    <a:pt x="938" y="481"/>
                  </a:lnTo>
                  <a:cubicBezTo>
                    <a:pt x="938" y="2700"/>
                    <a:pt x="786" y="15603"/>
                    <a:pt x="786" y="15603"/>
                  </a:cubicBezTo>
                  <a:cubicBezTo>
                    <a:pt x="734" y="16238"/>
                    <a:pt x="119" y="17374"/>
                    <a:pt x="72" y="19676"/>
                  </a:cubicBezTo>
                  <a:cubicBezTo>
                    <a:pt x="0" y="23011"/>
                    <a:pt x="513" y="30868"/>
                    <a:pt x="513" y="30868"/>
                  </a:cubicBezTo>
                  <a:cubicBezTo>
                    <a:pt x="513" y="30868"/>
                    <a:pt x="1043" y="31175"/>
                    <a:pt x="1844" y="31175"/>
                  </a:cubicBezTo>
                  <a:cubicBezTo>
                    <a:pt x="2214" y="31175"/>
                    <a:pt x="2641" y="31110"/>
                    <a:pt x="3101" y="30919"/>
                  </a:cubicBezTo>
                  <a:cubicBezTo>
                    <a:pt x="3101" y="30919"/>
                    <a:pt x="4927" y="19805"/>
                    <a:pt x="5341" y="16504"/>
                  </a:cubicBezTo>
                  <a:cubicBezTo>
                    <a:pt x="5705" y="13624"/>
                    <a:pt x="6959" y="5934"/>
                    <a:pt x="6959" y="5934"/>
                  </a:cubicBezTo>
                  <a:lnTo>
                    <a:pt x="8734" y="15670"/>
                  </a:lnTo>
                  <a:cubicBezTo>
                    <a:pt x="8734" y="15670"/>
                    <a:pt x="8306" y="17387"/>
                    <a:pt x="8448" y="19363"/>
                  </a:cubicBezTo>
                  <a:cubicBezTo>
                    <a:pt x="8558" y="20889"/>
                    <a:pt x="9972" y="28539"/>
                    <a:pt x="9972" y="28539"/>
                  </a:cubicBezTo>
                  <a:cubicBezTo>
                    <a:pt x="9972" y="28539"/>
                    <a:pt x="10560" y="28938"/>
                    <a:pt x="11502" y="28938"/>
                  </a:cubicBezTo>
                  <a:cubicBezTo>
                    <a:pt x="11843" y="28938"/>
                    <a:pt x="12231" y="28886"/>
                    <a:pt x="12654" y="28743"/>
                  </a:cubicBezTo>
                  <a:cubicBezTo>
                    <a:pt x="12654" y="28743"/>
                    <a:pt x="12790" y="16739"/>
                    <a:pt x="12817" y="15338"/>
                  </a:cubicBezTo>
                  <a:cubicBezTo>
                    <a:pt x="12848" y="13740"/>
                    <a:pt x="12151" y="1"/>
                    <a:pt x="12151" y="1"/>
                  </a:cubicBezTo>
                  <a:close/>
                </a:path>
              </a:pathLst>
            </a:custGeom>
            <a:solidFill>
              <a:srgbClr val="146B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483;p25"/>
            <p:cNvSpPr/>
            <p:nvPr/>
          </p:nvSpPr>
          <p:spPr>
            <a:xfrm flipH="1">
              <a:off x="6179857" y="3944425"/>
              <a:ext cx="234156" cy="262528"/>
            </a:xfrm>
            <a:custGeom>
              <a:avLst/>
              <a:gdLst/>
              <a:ahLst/>
              <a:cxnLst/>
              <a:rect l="l" t="t" r="r" b="b"/>
              <a:pathLst>
                <a:path w="6033" h="6764" extrusionOk="0">
                  <a:moveTo>
                    <a:pt x="631" y="0"/>
                  </a:moveTo>
                  <a:cubicBezTo>
                    <a:pt x="499" y="0"/>
                    <a:pt x="388" y="433"/>
                    <a:pt x="283" y="829"/>
                  </a:cubicBezTo>
                  <a:cubicBezTo>
                    <a:pt x="158" y="1305"/>
                    <a:pt x="1" y="1841"/>
                    <a:pt x="198" y="2318"/>
                  </a:cubicBezTo>
                  <a:cubicBezTo>
                    <a:pt x="307" y="2583"/>
                    <a:pt x="481" y="2814"/>
                    <a:pt x="644" y="3052"/>
                  </a:cubicBezTo>
                  <a:cubicBezTo>
                    <a:pt x="923" y="3464"/>
                    <a:pt x="1171" y="3912"/>
                    <a:pt x="1225" y="4402"/>
                  </a:cubicBezTo>
                  <a:cubicBezTo>
                    <a:pt x="1249" y="4619"/>
                    <a:pt x="1239" y="4837"/>
                    <a:pt x="1273" y="5051"/>
                  </a:cubicBezTo>
                  <a:cubicBezTo>
                    <a:pt x="1392" y="5796"/>
                    <a:pt x="1915" y="6377"/>
                    <a:pt x="2640" y="6588"/>
                  </a:cubicBezTo>
                  <a:cubicBezTo>
                    <a:pt x="3016" y="6699"/>
                    <a:pt x="3453" y="6763"/>
                    <a:pt x="3899" y="6763"/>
                  </a:cubicBezTo>
                  <a:cubicBezTo>
                    <a:pt x="4572" y="6763"/>
                    <a:pt x="5263" y="6617"/>
                    <a:pt x="5791" y="6265"/>
                  </a:cubicBezTo>
                  <a:cubicBezTo>
                    <a:pt x="6032" y="6105"/>
                    <a:pt x="5982" y="5408"/>
                    <a:pt x="5842" y="5160"/>
                  </a:cubicBezTo>
                  <a:cubicBezTo>
                    <a:pt x="5699" y="4909"/>
                    <a:pt x="5298" y="4551"/>
                    <a:pt x="5121" y="4327"/>
                  </a:cubicBezTo>
                  <a:cubicBezTo>
                    <a:pt x="4366" y="3382"/>
                    <a:pt x="4091" y="3079"/>
                    <a:pt x="3765" y="2270"/>
                  </a:cubicBezTo>
                  <a:cubicBezTo>
                    <a:pt x="3561" y="1774"/>
                    <a:pt x="3465" y="1512"/>
                    <a:pt x="3357" y="1080"/>
                  </a:cubicBezTo>
                  <a:cubicBezTo>
                    <a:pt x="3285" y="801"/>
                    <a:pt x="3255" y="638"/>
                    <a:pt x="3221" y="424"/>
                  </a:cubicBezTo>
                  <a:cubicBezTo>
                    <a:pt x="3174" y="129"/>
                    <a:pt x="3097" y="6"/>
                    <a:pt x="2977" y="6"/>
                  </a:cubicBezTo>
                  <a:cubicBezTo>
                    <a:pt x="2976" y="6"/>
                    <a:pt x="2974" y="6"/>
                    <a:pt x="2973" y="6"/>
                  </a:cubicBezTo>
                  <a:lnTo>
                    <a:pt x="2973" y="335"/>
                  </a:lnTo>
                  <a:cubicBezTo>
                    <a:pt x="2976" y="574"/>
                    <a:pt x="2272" y="650"/>
                    <a:pt x="1896" y="650"/>
                  </a:cubicBezTo>
                  <a:cubicBezTo>
                    <a:pt x="1865" y="650"/>
                    <a:pt x="1836" y="650"/>
                    <a:pt x="1810" y="649"/>
                  </a:cubicBezTo>
                  <a:cubicBezTo>
                    <a:pt x="1283" y="628"/>
                    <a:pt x="817" y="445"/>
                    <a:pt x="647" y="258"/>
                  </a:cubicBezTo>
                  <a:lnTo>
                    <a:pt x="647" y="2"/>
                  </a:lnTo>
                  <a:cubicBezTo>
                    <a:pt x="642" y="1"/>
                    <a:pt x="636" y="0"/>
                    <a:pt x="63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484;p25"/>
            <p:cNvSpPr/>
            <p:nvPr/>
          </p:nvSpPr>
          <p:spPr>
            <a:xfrm flipH="1">
              <a:off x="5709343" y="3854421"/>
              <a:ext cx="344422" cy="177373"/>
            </a:xfrm>
            <a:custGeom>
              <a:avLst/>
              <a:gdLst/>
              <a:ahLst/>
              <a:cxnLst/>
              <a:rect l="l" t="t" r="r" b="b"/>
              <a:pathLst>
                <a:path w="8874" h="4570" extrusionOk="0">
                  <a:moveTo>
                    <a:pt x="857" y="1"/>
                  </a:moveTo>
                  <a:cubicBezTo>
                    <a:pt x="645" y="1"/>
                    <a:pt x="466" y="992"/>
                    <a:pt x="323" y="1634"/>
                  </a:cubicBezTo>
                  <a:cubicBezTo>
                    <a:pt x="191" y="2236"/>
                    <a:pt x="0" y="2933"/>
                    <a:pt x="474" y="3263"/>
                  </a:cubicBezTo>
                  <a:cubicBezTo>
                    <a:pt x="833" y="3510"/>
                    <a:pt x="1609" y="3576"/>
                    <a:pt x="2244" y="3576"/>
                  </a:cubicBezTo>
                  <a:cubicBezTo>
                    <a:pt x="2448" y="3576"/>
                    <a:pt x="2638" y="3569"/>
                    <a:pt x="2795" y="3559"/>
                  </a:cubicBezTo>
                  <a:cubicBezTo>
                    <a:pt x="2811" y="3558"/>
                    <a:pt x="2828" y="3558"/>
                    <a:pt x="2844" y="3558"/>
                  </a:cubicBezTo>
                  <a:cubicBezTo>
                    <a:pt x="3489" y="3558"/>
                    <a:pt x="4474" y="4246"/>
                    <a:pt x="5236" y="4416"/>
                  </a:cubicBezTo>
                  <a:cubicBezTo>
                    <a:pt x="5716" y="4524"/>
                    <a:pt x="6169" y="4569"/>
                    <a:pt x="6578" y="4569"/>
                  </a:cubicBezTo>
                  <a:cubicBezTo>
                    <a:pt x="7391" y="4569"/>
                    <a:pt x="8029" y="4390"/>
                    <a:pt x="8357" y="4171"/>
                  </a:cubicBezTo>
                  <a:cubicBezTo>
                    <a:pt x="8853" y="3841"/>
                    <a:pt x="8874" y="3266"/>
                    <a:pt x="8395" y="3049"/>
                  </a:cubicBezTo>
                  <a:cubicBezTo>
                    <a:pt x="7629" y="2706"/>
                    <a:pt x="5940" y="2036"/>
                    <a:pt x="5070" y="1601"/>
                  </a:cubicBezTo>
                  <a:cubicBezTo>
                    <a:pt x="4549" y="1339"/>
                    <a:pt x="4023" y="965"/>
                    <a:pt x="3703" y="614"/>
                  </a:cubicBezTo>
                  <a:cubicBezTo>
                    <a:pt x="3435" y="329"/>
                    <a:pt x="3339" y="156"/>
                    <a:pt x="3217" y="153"/>
                  </a:cubicBezTo>
                  <a:lnTo>
                    <a:pt x="3203" y="512"/>
                  </a:lnTo>
                  <a:cubicBezTo>
                    <a:pt x="2988" y="621"/>
                    <a:pt x="2670" y="671"/>
                    <a:pt x="2336" y="671"/>
                  </a:cubicBezTo>
                  <a:cubicBezTo>
                    <a:pt x="1721" y="671"/>
                    <a:pt x="1052" y="502"/>
                    <a:pt x="871" y="227"/>
                  </a:cubicBezTo>
                  <a:lnTo>
                    <a:pt x="871" y="2"/>
                  </a:lnTo>
                  <a:cubicBezTo>
                    <a:pt x="866" y="1"/>
                    <a:pt x="862" y="1"/>
                    <a:pt x="857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485;p25"/>
            <p:cNvSpPr/>
            <p:nvPr/>
          </p:nvSpPr>
          <p:spPr>
            <a:xfrm flipH="1">
              <a:off x="6016891" y="2885061"/>
              <a:ext cx="125675" cy="423871"/>
            </a:xfrm>
            <a:custGeom>
              <a:avLst/>
              <a:gdLst/>
              <a:ahLst/>
              <a:cxnLst/>
              <a:rect l="l" t="t" r="r" b="b"/>
              <a:pathLst>
                <a:path w="3238" h="10921" extrusionOk="0">
                  <a:moveTo>
                    <a:pt x="3237" y="0"/>
                  </a:moveTo>
                  <a:lnTo>
                    <a:pt x="3237" y="0"/>
                  </a:lnTo>
                  <a:cubicBezTo>
                    <a:pt x="1857" y="1333"/>
                    <a:pt x="0" y="1857"/>
                    <a:pt x="0" y="1857"/>
                  </a:cubicBezTo>
                  <a:lnTo>
                    <a:pt x="1653" y="10920"/>
                  </a:lnTo>
                  <a:lnTo>
                    <a:pt x="755" y="2258"/>
                  </a:lnTo>
                  <a:cubicBezTo>
                    <a:pt x="2611" y="1170"/>
                    <a:pt x="3237" y="1"/>
                    <a:pt x="3237" y="0"/>
                  </a:cubicBezTo>
                  <a:close/>
                </a:path>
              </a:pathLst>
            </a:custGeom>
            <a:solidFill>
              <a:srgbClr val="125A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486;p25"/>
            <p:cNvSpPr/>
            <p:nvPr/>
          </p:nvSpPr>
          <p:spPr>
            <a:xfrm flipH="1">
              <a:off x="5933089" y="2080921"/>
              <a:ext cx="420883" cy="711550"/>
            </a:xfrm>
            <a:custGeom>
              <a:avLst/>
              <a:gdLst/>
              <a:ahLst/>
              <a:cxnLst/>
              <a:rect l="l" t="t" r="r" b="b"/>
              <a:pathLst>
                <a:path w="10844" h="18333" extrusionOk="0">
                  <a:moveTo>
                    <a:pt x="6852" y="1"/>
                  </a:moveTo>
                  <a:lnTo>
                    <a:pt x="3456" y="99"/>
                  </a:lnTo>
                  <a:cubicBezTo>
                    <a:pt x="2667" y="290"/>
                    <a:pt x="1072" y="551"/>
                    <a:pt x="715" y="2125"/>
                  </a:cubicBezTo>
                  <a:cubicBezTo>
                    <a:pt x="286" y="4019"/>
                    <a:pt x="147" y="8137"/>
                    <a:pt x="147" y="8137"/>
                  </a:cubicBezTo>
                  <a:lnTo>
                    <a:pt x="1" y="17302"/>
                  </a:lnTo>
                  <a:cubicBezTo>
                    <a:pt x="797" y="17883"/>
                    <a:pt x="2655" y="18332"/>
                    <a:pt x="4736" y="18332"/>
                  </a:cubicBezTo>
                  <a:cubicBezTo>
                    <a:pt x="6832" y="18332"/>
                    <a:pt x="9154" y="17877"/>
                    <a:pt x="10843" y="16643"/>
                  </a:cubicBezTo>
                  <a:cubicBezTo>
                    <a:pt x="10843" y="16643"/>
                    <a:pt x="10432" y="5638"/>
                    <a:pt x="10432" y="3925"/>
                  </a:cubicBezTo>
                  <a:cubicBezTo>
                    <a:pt x="10432" y="2211"/>
                    <a:pt x="9480" y="154"/>
                    <a:pt x="6852" y="1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487;p25"/>
            <p:cNvSpPr/>
            <p:nvPr/>
          </p:nvSpPr>
          <p:spPr>
            <a:xfrm flipH="1">
              <a:off x="5923082" y="2065203"/>
              <a:ext cx="166428" cy="753545"/>
            </a:xfrm>
            <a:custGeom>
              <a:avLst/>
              <a:gdLst/>
              <a:ahLst/>
              <a:cxnLst/>
              <a:rect l="l" t="t" r="r" b="b"/>
              <a:pathLst>
                <a:path w="4288" h="19415" extrusionOk="0">
                  <a:moveTo>
                    <a:pt x="3" y="1"/>
                  </a:moveTo>
                  <a:lnTo>
                    <a:pt x="0" y="229"/>
                  </a:lnTo>
                  <a:cubicBezTo>
                    <a:pt x="0" y="229"/>
                    <a:pt x="1183" y="1164"/>
                    <a:pt x="1503" y="2551"/>
                  </a:cubicBezTo>
                  <a:cubicBezTo>
                    <a:pt x="1823" y="3938"/>
                    <a:pt x="1874" y="19414"/>
                    <a:pt x="1874" y="19414"/>
                  </a:cubicBezTo>
                  <a:cubicBezTo>
                    <a:pt x="1874" y="19414"/>
                    <a:pt x="3516" y="19111"/>
                    <a:pt x="4287" y="18507"/>
                  </a:cubicBezTo>
                  <a:cubicBezTo>
                    <a:pt x="4287" y="18507"/>
                    <a:pt x="4189" y="6288"/>
                    <a:pt x="4029" y="4268"/>
                  </a:cubicBezTo>
                  <a:cubicBezTo>
                    <a:pt x="3794" y="1205"/>
                    <a:pt x="3818" y="324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488;p25"/>
            <p:cNvSpPr/>
            <p:nvPr/>
          </p:nvSpPr>
          <p:spPr>
            <a:xfrm flipH="1">
              <a:off x="6153853" y="2065203"/>
              <a:ext cx="240599" cy="757504"/>
            </a:xfrm>
            <a:custGeom>
              <a:avLst/>
              <a:gdLst/>
              <a:ahLst/>
              <a:cxnLst/>
              <a:rect l="l" t="t" r="r" b="b"/>
              <a:pathLst>
                <a:path w="6199" h="19517" extrusionOk="0">
                  <a:moveTo>
                    <a:pt x="3808" y="1"/>
                  </a:moveTo>
                  <a:cubicBezTo>
                    <a:pt x="3808" y="1"/>
                    <a:pt x="3808" y="1"/>
                    <a:pt x="3808" y="1"/>
                  </a:cubicBezTo>
                  <a:cubicBezTo>
                    <a:pt x="3808" y="1"/>
                    <a:pt x="2363" y="304"/>
                    <a:pt x="1201" y="773"/>
                  </a:cubicBezTo>
                  <a:cubicBezTo>
                    <a:pt x="562" y="1028"/>
                    <a:pt x="96" y="3605"/>
                    <a:pt x="44" y="5598"/>
                  </a:cubicBezTo>
                  <a:cubicBezTo>
                    <a:pt x="0" y="7338"/>
                    <a:pt x="276" y="18575"/>
                    <a:pt x="276" y="18575"/>
                  </a:cubicBezTo>
                  <a:cubicBezTo>
                    <a:pt x="1567" y="19347"/>
                    <a:pt x="3280" y="19516"/>
                    <a:pt x="4532" y="19516"/>
                  </a:cubicBezTo>
                  <a:cubicBezTo>
                    <a:pt x="5504" y="19516"/>
                    <a:pt x="6198" y="19414"/>
                    <a:pt x="6198" y="19414"/>
                  </a:cubicBezTo>
                  <a:cubicBezTo>
                    <a:pt x="6198" y="19414"/>
                    <a:pt x="6042" y="11343"/>
                    <a:pt x="6021" y="6709"/>
                  </a:cubicBezTo>
                  <a:cubicBezTo>
                    <a:pt x="5998" y="1354"/>
                    <a:pt x="3814" y="1"/>
                    <a:pt x="380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489;p25"/>
            <p:cNvSpPr/>
            <p:nvPr/>
          </p:nvSpPr>
          <p:spPr>
            <a:xfrm flipH="1">
              <a:off x="6332528" y="2123265"/>
              <a:ext cx="715470" cy="404543"/>
            </a:xfrm>
            <a:custGeom>
              <a:avLst/>
              <a:gdLst/>
              <a:ahLst/>
              <a:cxnLst/>
              <a:rect l="l" t="t" r="r" b="b"/>
              <a:pathLst>
                <a:path w="18434" h="10423" extrusionOk="0">
                  <a:moveTo>
                    <a:pt x="4188" y="1"/>
                  </a:moveTo>
                  <a:cubicBezTo>
                    <a:pt x="4055" y="1"/>
                    <a:pt x="3918" y="115"/>
                    <a:pt x="3876" y="253"/>
                  </a:cubicBezTo>
                  <a:cubicBezTo>
                    <a:pt x="3825" y="427"/>
                    <a:pt x="3883" y="617"/>
                    <a:pt x="3941" y="790"/>
                  </a:cubicBezTo>
                  <a:cubicBezTo>
                    <a:pt x="4015" y="1018"/>
                    <a:pt x="4247" y="1337"/>
                    <a:pt x="3924" y="1389"/>
                  </a:cubicBezTo>
                  <a:cubicBezTo>
                    <a:pt x="3884" y="1395"/>
                    <a:pt x="3843" y="1398"/>
                    <a:pt x="3803" y="1398"/>
                  </a:cubicBezTo>
                  <a:cubicBezTo>
                    <a:pt x="3567" y="1398"/>
                    <a:pt x="3324" y="1298"/>
                    <a:pt x="3117" y="1208"/>
                  </a:cubicBezTo>
                  <a:cubicBezTo>
                    <a:pt x="2703" y="1031"/>
                    <a:pt x="2298" y="835"/>
                    <a:pt x="1901" y="623"/>
                  </a:cubicBezTo>
                  <a:cubicBezTo>
                    <a:pt x="1642" y="488"/>
                    <a:pt x="1377" y="338"/>
                    <a:pt x="1088" y="334"/>
                  </a:cubicBezTo>
                  <a:cubicBezTo>
                    <a:pt x="1084" y="334"/>
                    <a:pt x="1080" y="334"/>
                    <a:pt x="1075" y="334"/>
                  </a:cubicBezTo>
                  <a:cubicBezTo>
                    <a:pt x="655" y="334"/>
                    <a:pt x="274" y="655"/>
                    <a:pt x="139" y="1052"/>
                  </a:cubicBezTo>
                  <a:cubicBezTo>
                    <a:pt x="0" y="1453"/>
                    <a:pt x="85" y="1905"/>
                    <a:pt x="289" y="2279"/>
                  </a:cubicBezTo>
                  <a:cubicBezTo>
                    <a:pt x="493" y="2650"/>
                    <a:pt x="806" y="2949"/>
                    <a:pt x="1143" y="3211"/>
                  </a:cubicBezTo>
                  <a:cubicBezTo>
                    <a:pt x="1870" y="3772"/>
                    <a:pt x="2832" y="4030"/>
                    <a:pt x="3713" y="4265"/>
                  </a:cubicBezTo>
                  <a:cubicBezTo>
                    <a:pt x="4137" y="4377"/>
                    <a:pt x="4423" y="4510"/>
                    <a:pt x="4953" y="4842"/>
                  </a:cubicBezTo>
                  <a:cubicBezTo>
                    <a:pt x="5657" y="5335"/>
                    <a:pt x="9312" y="8450"/>
                    <a:pt x="11063" y="9732"/>
                  </a:cubicBezTo>
                  <a:cubicBezTo>
                    <a:pt x="11731" y="10221"/>
                    <a:pt x="12198" y="10423"/>
                    <a:pt x="12583" y="10423"/>
                  </a:cubicBezTo>
                  <a:cubicBezTo>
                    <a:pt x="13111" y="10423"/>
                    <a:pt x="13486" y="10043"/>
                    <a:pt x="14021" y="9500"/>
                  </a:cubicBezTo>
                  <a:cubicBezTo>
                    <a:pt x="14945" y="8562"/>
                    <a:pt x="18434" y="4155"/>
                    <a:pt x="18434" y="4155"/>
                  </a:cubicBezTo>
                  <a:lnTo>
                    <a:pt x="15622" y="2208"/>
                  </a:lnTo>
                  <a:cubicBezTo>
                    <a:pt x="14599" y="3951"/>
                    <a:pt x="12375" y="7467"/>
                    <a:pt x="12375" y="7467"/>
                  </a:cubicBezTo>
                  <a:cubicBezTo>
                    <a:pt x="12179" y="7314"/>
                    <a:pt x="7503" y="4387"/>
                    <a:pt x="6450" y="3082"/>
                  </a:cubicBezTo>
                  <a:cubicBezTo>
                    <a:pt x="6202" y="2568"/>
                    <a:pt x="6008" y="2140"/>
                    <a:pt x="5657" y="1681"/>
                  </a:cubicBezTo>
                  <a:cubicBezTo>
                    <a:pt x="5253" y="1154"/>
                    <a:pt x="4838" y="637"/>
                    <a:pt x="4410" y="134"/>
                  </a:cubicBezTo>
                  <a:cubicBezTo>
                    <a:pt x="4376" y="96"/>
                    <a:pt x="4341" y="55"/>
                    <a:pt x="4301" y="32"/>
                  </a:cubicBezTo>
                  <a:cubicBezTo>
                    <a:pt x="4265" y="10"/>
                    <a:pt x="4227" y="1"/>
                    <a:pt x="4188" y="1"/>
                  </a:cubicBezTo>
                  <a:close/>
                </a:path>
              </a:pathLst>
            </a:custGeom>
            <a:solidFill>
              <a:srgbClr val="B166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490;p25"/>
            <p:cNvSpPr/>
            <p:nvPr/>
          </p:nvSpPr>
          <p:spPr>
            <a:xfrm flipH="1">
              <a:off x="6282233" y="2085967"/>
              <a:ext cx="549507" cy="450419"/>
            </a:xfrm>
            <a:custGeom>
              <a:avLst/>
              <a:gdLst/>
              <a:ahLst/>
              <a:cxnLst/>
              <a:rect l="l" t="t" r="r" b="b"/>
              <a:pathLst>
                <a:path w="14158" h="11605" extrusionOk="0">
                  <a:moveTo>
                    <a:pt x="13117" y="0"/>
                  </a:moveTo>
                  <a:lnTo>
                    <a:pt x="13117" y="0"/>
                  </a:lnTo>
                  <a:cubicBezTo>
                    <a:pt x="10737" y="694"/>
                    <a:pt x="10897" y="1537"/>
                    <a:pt x="9316" y="4063"/>
                  </a:cubicBezTo>
                  <a:cubicBezTo>
                    <a:pt x="7732" y="6589"/>
                    <a:pt x="6674" y="7735"/>
                    <a:pt x="6674" y="7735"/>
                  </a:cubicBezTo>
                  <a:lnTo>
                    <a:pt x="1622" y="4553"/>
                  </a:lnTo>
                  <a:cubicBezTo>
                    <a:pt x="1622" y="4553"/>
                    <a:pt x="569" y="5232"/>
                    <a:pt x="1" y="6626"/>
                  </a:cubicBezTo>
                  <a:cubicBezTo>
                    <a:pt x="1" y="6626"/>
                    <a:pt x="5080" y="10563"/>
                    <a:pt x="5787" y="11005"/>
                  </a:cubicBezTo>
                  <a:cubicBezTo>
                    <a:pt x="6367" y="11370"/>
                    <a:pt x="6785" y="11604"/>
                    <a:pt x="7194" y="11604"/>
                  </a:cubicBezTo>
                  <a:cubicBezTo>
                    <a:pt x="7494" y="11604"/>
                    <a:pt x="7790" y="11477"/>
                    <a:pt x="8140" y="11182"/>
                  </a:cubicBezTo>
                  <a:cubicBezTo>
                    <a:pt x="8969" y="10481"/>
                    <a:pt x="12311" y="6806"/>
                    <a:pt x="12311" y="6806"/>
                  </a:cubicBezTo>
                  <a:cubicBezTo>
                    <a:pt x="13838" y="5263"/>
                    <a:pt x="14157" y="1139"/>
                    <a:pt x="13117" y="0"/>
                  </a:cubicBezTo>
                  <a:close/>
                </a:path>
              </a:pathLst>
            </a:custGeom>
            <a:solidFill>
              <a:srgbClr val="27DE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491;p25"/>
            <p:cNvSpPr/>
            <p:nvPr/>
          </p:nvSpPr>
          <p:spPr>
            <a:xfrm flipH="1">
              <a:off x="6299155" y="2085967"/>
              <a:ext cx="532585" cy="450380"/>
            </a:xfrm>
            <a:custGeom>
              <a:avLst/>
              <a:gdLst/>
              <a:ahLst/>
              <a:cxnLst/>
              <a:rect l="l" t="t" r="r" b="b"/>
              <a:pathLst>
                <a:path w="13722" h="11604" extrusionOk="0">
                  <a:moveTo>
                    <a:pt x="13117" y="0"/>
                  </a:moveTo>
                  <a:cubicBezTo>
                    <a:pt x="10737" y="694"/>
                    <a:pt x="10897" y="1537"/>
                    <a:pt x="9316" y="4063"/>
                  </a:cubicBezTo>
                  <a:cubicBezTo>
                    <a:pt x="7732" y="6589"/>
                    <a:pt x="6674" y="7735"/>
                    <a:pt x="6674" y="7735"/>
                  </a:cubicBezTo>
                  <a:lnTo>
                    <a:pt x="1622" y="4553"/>
                  </a:lnTo>
                  <a:cubicBezTo>
                    <a:pt x="1622" y="4553"/>
                    <a:pt x="1571" y="4586"/>
                    <a:pt x="1486" y="4651"/>
                  </a:cubicBezTo>
                  <a:cubicBezTo>
                    <a:pt x="1207" y="4865"/>
                    <a:pt x="558" y="5436"/>
                    <a:pt x="112" y="6375"/>
                  </a:cubicBezTo>
                  <a:cubicBezTo>
                    <a:pt x="75" y="6456"/>
                    <a:pt x="38" y="6538"/>
                    <a:pt x="1" y="6626"/>
                  </a:cubicBezTo>
                  <a:cubicBezTo>
                    <a:pt x="1" y="6626"/>
                    <a:pt x="5080" y="10563"/>
                    <a:pt x="5787" y="11005"/>
                  </a:cubicBezTo>
                  <a:cubicBezTo>
                    <a:pt x="6368" y="11369"/>
                    <a:pt x="6786" y="11603"/>
                    <a:pt x="7194" y="11603"/>
                  </a:cubicBezTo>
                  <a:cubicBezTo>
                    <a:pt x="7494" y="11603"/>
                    <a:pt x="7790" y="11478"/>
                    <a:pt x="8140" y="11182"/>
                  </a:cubicBezTo>
                  <a:cubicBezTo>
                    <a:pt x="8969" y="10481"/>
                    <a:pt x="12311" y="6806"/>
                    <a:pt x="12311" y="6806"/>
                  </a:cubicBezTo>
                  <a:cubicBezTo>
                    <a:pt x="13239" y="5865"/>
                    <a:pt x="13722" y="3968"/>
                    <a:pt x="13722" y="2370"/>
                  </a:cubicBezTo>
                  <a:cubicBezTo>
                    <a:pt x="13722" y="1347"/>
                    <a:pt x="13522" y="445"/>
                    <a:pt x="13117" y="0"/>
                  </a:cubicBezTo>
                  <a:close/>
                </a:path>
              </a:pathLst>
            </a:custGeom>
            <a:solidFill>
              <a:srgbClr val="146F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492;p25"/>
            <p:cNvSpPr/>
            <p:nvPr/>
          </p:nvSpPr>
          <p:spPr>
            <a:xfrm flipH="1">
              <a:off x="6185528" y="2178960"/>
              <a:ext cx="70639" cy="234156"/>
            </a:xfrm>
            <a:custGeom>
              <a:avLst/>
              <a:gdLst/>
              <a:ahLst/>
              <a:cxnLst/>
              <a:rect l="l" t="t" r="r" b="b"/>
              <a:pathLst>
                <a:path w="1820" h="6033" extrusionOk="0">
                  <a:moveTo>
                    <a:pt x="1" y="1"/>
                  </a:moveTo>
                  <a:lnTo>
                    <a:pt x="785" y="1320"/>
                  </a:lnTo>
                  <a:lnTo>
                    <a:pt x="228" y="2656"/>
                  </a:lnTo>
                  <a:lnTo>
                    <a:pt x="1819" y="6032"/>
                  </a:lnTo>
                  <a:lnTo>
                    <a:pt x="500" y="2656"/>
                  </a:lnTo>
                  <a:lnTo>
                    <a:pt x="1003" y="124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146F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493;p25"/>
            <p:cNvSpPr/>
            <p:nvPr/>
          </p:nvSpPr>
          <p:spPr>
            <a:xfrm flipH="1">
              <a:off x="5956347" y="2163396"/>
              <a:ext cx="47002" cy="241375"/>
            </a:xfrm>
            <a:custGeom>
              <a:avLst/>
              <a:gdLst/>
              <a:ahLst/>
              <a:cxnLst/>
              <a:rect l="l" t="t" r="r" b="b"/>
              <a:pathLst>
                <a:path w="1211" h="6219" extrusionOk="0">
                  <a:moveTo>
                    <a:pt x="558" y="0"/>
                  </a:moveTo>
                  <a:lnTo>
                    <a:pt x="137" y="1401"/>
                  </a:lnTo>
                  <a:lnTo>
                    <a:pt x="935" y="2459"/>
                  </a:lnTo>
                  <a:lnTo>
                    <a:pt x="0" y="6219"/>
                  </a:lnTo>
                  <a:lnTo>
                    <a:pt x="1210" y="2415"/>
                  </a:lnTo>
                  <a:lnTo>
                    <a:pt x="341" y="1286"/>
                  </a:lnTo>
                  <a:lnTo>
                    <a:pt x="558" y="0"/>
                  </a:lnTo>
                  <a:close/>
                </a:path>
              </a:pathLst>
            </a:custGeom>
            <a:solidFill>
              <a:srgbClr val="146F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494;p25"/>
            <p:cNvSpPr/>
            <p:nvPr/>
          </p:nvSpPr>
          <p:spPr>
            <a:xfrm flipH="1">
              <a:off x="5949860" y="1664472"/>
              <a:ext cx="248012" cy="247857"/>
            </a:xfrm>
            <a:custGeom>
              <a:avLst/>
              <a:gdLst/>
              <a:ahLst/>
              <a:cxnLst/>
              <a:rect l="l" t="t" r="r" b="b"/>
              <a:pathLst>
                <a:path w="6390" h="6386" extrusionOk="0">
                  <a:moveTo>
                    <a:pt x="3194" y="1"/>
                  </a:moveTo>
                  <a:cubicBezTo>
                    <a:pt x="1433" y="1"/>
                    <a:pt x="1" y="1429"/>
                    <a:pt x="1" y="3194"/>
                  </a:cubicBezTo>
                  <a:cubicBezTo>
                    <a:pt x="1" y="4958"/>
                    <a:pt x="1433" y="6386"/>
                    <a:pt x="3194" y="6386"/>
                  </a:cubicBezTo>
                  <a:cubicBezTo>
                    <a:pt x="4958" y="6386"/>
                    <a:pt x="6390" y="4958"/>
                    <a:pt x="6390" y="3194"/>
                  </a:cubicBezTo>
                  <a:cubicBezTo>
                    <a:pt x="6390" y="1429"/>
                    <a:pt x="4958" y="1"/>
                    <a:pt x="31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495;p25"/>
            <p:cNvSpPr/>
            <p:nvPr/>
          </p:nvSpPr>
          <p:spPr>
            <a:xfrm flipH="1">
              <a:off x="6235284" y="1876539"/>
              <a:ext cx="52824" cy="129750"/>
            </a:xfrm>
            <a:custGeom>
              <a:avLst/>
              <a:gdLst/>
              <a:ahLst/>
              <a:cxnLst/>
              <a:rect l="l" t="t" r="r" b="b"/>
              <a:pathLst>
                <a:path w="1361" h="3343" extrusionOk="0">
                  <a:moveTo>
                    <a:pt x="0" y="1"/>
                  </a:moveTo>
                  <a:lnTo>
                    <a:pt x="0" y="1"/>
                  </a:lnTo>
                  <a:cubicBezTo>
                    <a:pt x="0" y="1"/>
                    <a:pt x="518" y="2431"/>
                    <a:pt x="725" y="2829"/>
                  </a:cubicBezTo>
                  <a:cubicBezTo>
                    <a:pt x="932" y="3230"/>
                    <a:pt x="1360" y="3343"/>
                    <a:pt x="1360" y="3343"/>
                  </a:cubicBezTo>
                  <a:lnTo>
                    <a:pt x="1326" y="163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496;p25"/>
            <p:cNvSpPr/>
            <p:nvPr/>
          </p:nvSpPr>
          <p:spPr>
            <a:xfrm flipH="1">
              <a:off x="6250188" y="1740970"/>
              <a:ext cx="67728" cy="139997"/>
            </a:xfrm>
            <a:custGeom>
              <a:avLst/>
              <a:gdLst/>
              <a:ahLst/>
              <a:cxnLst/>
              <a:rect l="l" t="t" r="r" b="b"/>
              <a:pathLst>
                <a:path w="1745" h="3607" extrusionOk="0">
                  <a:moveTo>
                    <a:pt x="1287" y="0"/>
                  </a:moveTo>
                  <a:cubicBezTo>
                    <a:pt x="1096" y="0"/>
                    <a:pt x="731" y="47"/>
                    <a:pt x="426" y="359"/>
                  </a:cubicBezTo>
                  <a:cubicBezTo>
                    <a:pt x="0" y="794"/>
                    <a:pt x="238" y="2158"/>
                    <a:pt x="768" y="3494"/>
                  </a:cubicBezTo>
                  <a:lnTo>
                    <a:pt x="1744" y="3606"/>
                  </a:lnTo>
                  <a:lnTo>
                    <a:pt x="1744" y="3606"/>
                  </a:lnTo>
                  <a:lnTo>
                    <a:pt x="1418" y="9"/>
                  </a:lnTo>
                  <a:cubicBezTo>
                    <a:pt x="1418" y="9"/>
                    <a:pt x="1368" y="0"/>
                    <a:pt x="12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497;p25"/>
            <p:cNvSpPr/>
            <p:nvPr/>
          </p:nvSpPr>
          <p:spPr>
            <a:xfrm flipH="1">
              <a:off x="5963596" y="1683102"/>
              <a:ext cx="373726" cy="485195"/>
            </a:xfrm>
            <a:custGeom>
              <a:avLst/>
              <a:gdLst/>
              <a:ahLst/>
              <a:cxnLst/>
              <a:rect l="l" t="t" r="r" b="b"/>
              <a:pathLst>
                <a:path w="9629" h="12501" extrusionOk="0">
                  <a:moveTo>
                    <a:pt x="6227" y="0"/>
                  </a:moveTo>
                  <a:cubicBezTo>
                    <a:pt x="5320" y="0"/>
                    <a:pt x="4384" y="270"/>
                    <a:pt x="3679" y="715"/>
                  </a:cubicBezTo>
                  <a:cubicBezTo>
                    <a:pt x="1830" y="1877"/>
                    <a:pt x="2533" y="5097"/>
                    <a:pt x="2533" y="5097"/>
                  </a:cubicBezTo>
                  <a:cubicBezTo>
                    <a:pt x="2508" y="5112"/>
                    <a:pt x="2482" y="5119"/>
                    <a:pt x="2455" y="5119"/>
                  </a:cubicBezTo>
                  <a:cubicBezTo>
                    <a:pt x="2269" y="5119"/>
                    <a:pt x="2030" y="4806"/>
                    <a:pt x="1819" y="4587"/>
                  </a:cubicBezTo>
                  <a:cubicBezTo>
                    <a:pt x="1692" y="4453"/>
                    <a:pt x="1415" y="4294"/>
                    <a:pt x="1123" y="4294"/>
                  </a:cubicBezTo>
                  <a:cubicBezTo>
                    <a:pt x="860" y="4294"/>
                    <a:pt x="585" y="4423"/>
                    <a:pt x="398" y="4815"/>
                  </a:cubicBezTo>
                  <a:cubicBezTo>
                    <a:pt x="0" y="5658"/>
                    <a:pt x="745" y="6773"/>
                    <a:pt x="1364" y="6966"/>
                  </a:cubicBezTo>
                  <a:cubicBezTo>
                    <a:pt x="1573" y="7032"/>
                    <a:pt x="1748" y="7058"/>
                    <a:pt x="1893" y="7058"/>
                  </a:cubicBezTo>
                  <a:cubicBezTo>
                    <a:pt x="2489" y="7058"/>
                    <a:pt x="2594" y="6616"/>
                    <a:pt x="2594" y="6616"/>
                  </a:cubicBezTo>
                  <a:lnTo>
                    <a:pt x="2673" y="10584"/>
                  </a:lnTo>
                  <a:cubicBezTo>
                    <a:pt x="3362" y="11471"/>
                    <a:pt x="4857" y="12500"/>
                    <a:pt x="5776" y="12500"/>
                  </a:cubicBezTo>
                  <a:cubicBezTo>
                    <a:pt x="5840" y="12500"/>
                    <a:pt x="5902" y="12495"/>
                    <a:pt x="5960" y="12485"/>
                  </a:cubicBezTo>
                  <a:cubicBezTo>
                    <a:pt x="6674" y="12359"/>
                    <a:pt x="6831" y="11156"/>
                    <a:pt x="6148" y="10367"/>
                  </a:cubicBezTo>
                  <a:lnTo>
                    <a:pt x="6144" y="9193"/>
                  </a:lnTo>
                  <a:lnTo>
                    <a:pt x="6144" y="9193"/>
                  </a:lnTo>
                  <a:cubicBezTo>
                    <a:pt x="6144" y="9193"/>
                    <a:pt x="6770" y="9288"/>
                    <a:pt x="7261" y="9288"/>
                  </a:cubicBezTo>
                  <a:cubicBezTo>
                    <a:pt x="7381" y="9288"/>
                    <a:pt x="7493" y="9282"/>
                    <a:pt x="7585" y="9268"/>
                  </a:cubicBezTo>
                  <a:cubicBezTo>
                    <a:pt x="8371" y="9146"/>
                    <a:pt x="8864" y="8527"/>
                    <a:pt x="9101" y="7677"/>
                  </a:cubicBezTo>
                  <a:cubicBezTo>
                    <a:pt x="9482" y="6310"/>
                    <a:pt x="9628" y="5209"/>
                    <a:pt x="9305" y="2527"/>
                  </a:cubicBezTo>
                  <a:cubicBezTo>
                    <a:pt x="9085" y="707"/>
                    <a:pt x="7693" y="0"/>
                    <a:pt x="6227" y="0"/>
                  </a:cubicBezTo>
                  <a:close/>
                </a:path>
              </a:pathLst>
            </a:custGeom>
            <a:solidFill>
              <a:srgbClr val="B166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498;p25"/>
            <p:cNvSpPr/>
            <p:nvPr/>
          </p:nvSpPr>
          <p:spPr>
            <a:xfrm flipH="1">
              <a:off x="5949858" y="1646735"/>
              <a:ext cx="329945" cy="247003"/>
            </a:xfrm>
            <a:custGeom>
              <a:avLst/>
              <a:gdLst/>
              <a:ahLst/>
              <a:cxnLst/>
              <a:rect l="l" t="t" r="r" b="b"/>
              <a:pathLst>
                <a:path w="8501" h="6364" extrusionOk="0">
                  <a:moveTo>
                    <a:pt x="2986" y="1"/>
                  </a:moveTo>
                  <a:cubicBezTo>
                    <a:pt x="1575" y="1"/>
                    <a:pt x="1057" y="510"/>
                    <a:pt x="667" y="938"/>
                  </a:cubicBezTo>
                  <a:cubicBezTo>
                    <a:pt x="18" y="1652"/>
                    <a:pt x="436" y="2437"/>
                    <a:pt x="436" y="2437"/>
                  </a:cubicBezTo>
                  <a:cubicBezTo>
                    <a:pt x="436" y="2437"/>
                    <a:pt x="1" y="5214"/>
                    <a:pt x="337" y="5524"/>
                  </a:cubicBezTo>
                  <a:cubicBezTo>
                    <a:pt x="582" y="5744"/>
                    <a:pt x="956" y="6364"/>
                    <a:pt x="1055" y="6364"/>
                  </a:cubicBezTo>
                  <a:cubicBezTo>
                    <a:pt x="1385" y="6356"/>
                    <a:pt x="1527" y="4925"/>
                    <a:pt x="1697" y="4086"/>
                  </a:cubicBezTo>
                  <a:cubicBezTo>
                    <a:pt x="1883" y="3180"/>
                    <a:pt x="1960" y="2817"/>
                    <a:pt x="2272" y="2817"/>
                  </a:cubicBezTo>
                  <a:cubicBezTo>
                    <a:pt x="2291" y="2817"/>
                    <a:pt x="2312" y="2818"/>
                    <a:pt x="2333" y="2821"/>
                  </a:cubicBezTo>
                  <a:cubicBezTo>
                    <a:pt x="2522" y="2848"/>
                    <a:pt x="3571" y="2947"/>
                    <a:pt x="4611" y="2947"/>
                  </a:cubicBezTo>
                  <a:cubicBezTo>
                    <a:pt x="5026" y="2947"/>
                    <a:pt x="5440" y="2931"/>
                    <a:pt x="5797" y="2889"/>
                  </a:cubicBezTo>
                  <a:cubicBezTo>
                    <a:pt x="7048" y="2736"/>
                    <a:pt x="7525" y="2430"/>
                    <a:pt x="7525" y="2430"/>
                  </a:cubicBezTo>
                  <a:cubicBezTo>
                    <a:pt x="8341" y="1784"/>
                    <a:pt x="8501" y="873"/>
                    <a:pt x="8303" y="53"/>
                  </a:cubicBezTo>
                  <a:lnTo>
                    <a:pt x="8303" y="53"/>
                  </a:lnTo>
                  <a:cubicBezTo>
                    <a:pt x="7799" y="301"/>
                    <a:pt x="7250" y="385"/>
                    <a:pt x="6680" y="385"/>
                  </a:cubicBezTo>
                  <a:cubicBezTo>
                    <a:pt x="5762" y="385"/>
                    <a:pt x="4791" y="166"/>
                    <a:pt x="3870" y="57"/>
                  </a:cubicBezTo>
                  <a:cubicBezTo>
                    <a:pt x="3541" y="18"/>
                    <a:pt x="3248" y="1"/>
                    <a:pt x="29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499;p25"/>
            <p:cNvSpPr/>
            <p:nvPr/>
          </p:nvSpPr>
          <p:spPr>
            <a:xfrm flipH="1">
              <a:off x="6256243" y="1710619"/>
              <a:ext cx="52475" cy="39162"/>
            </a:xfrm>
            <a:custGeom>
              <a:avLst/>
              <a:gdLst/>
              <a:ahLst/>
              <a:cxnLst/>
              <a:rect l="l" t="t" r="r" b="b"/>
              <a:pathLst>
                <a:path w="1352" h="1009" extrusionOk="0">
                  <a:moveTo>
                    <a:pt x="592" y="1"/>
                  </a:moveTo>
                  <a:cubicBezTo>
                    <a:pt x="351" y="1"/>
                    <a:pt x="118" y="136"/>
                    <a:pt x="1" y="373"/>
                  </a:cubicBezTo>
                  <a:lnTo>
                    <a:pt x="1181" y="1008"/>
                  </a:lnTo>
                  <a:cubicBezTo>
                    <a:pt x="1351" y="668"/>
                    <a:pt x="1222" y="254"/>
                    <a:pt x="895" y="77"/>
                  </a:cubicBezTo>
                  <a:cubicBezTo>
                    <a:pt x="798" y="25"/>
                    <a:pt x="694" y="1"/>
                    <a:pt x="5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500;p25"/>
            <p:cNvSpPr/>
            <p:nvPr/>
          </p:nvSpPr>
          <p:spPr>
            <a:xfrm flipH="1">
              <a:off x="6098860" y="1981059"/>
              <a:ext cx="124705" cy="76965"/>
            </a:xfrm>
            <a:custGeom>
              <a:avLst/>
              <a:gdLst/>
              <a:ahLst/>
              <a:cxnLst/>
              <a:rect l="l" t="t" r="r" b="b"/>
              <a:pathLst>
                <a:path w="3213" h="1983" extrusionOk="0">
                  <a:moveTo>
                    <a:pt x="0" y="0"/>
                  </a:moveTo>
                  <a:cubicBezTo>
                    <a:pt x="0" y="0"/>
                    <a:pt x="116" y="521"/>
                    <a:pt x="483" y="990"/>
                  </a:cubicBezTo>
                  <a:cubicBezTo>
                    <a:pt x="932" y="1561"/>
                    <a:pt x="3213" y="1982"/>
                    <a:pt x="3213" y="1982"/>
                  </a:cubicBezTo>
                  <a:lnTo>
                    <a:pt x="3213" y="1516"/>
                  </a:lnTo>
                  <a:cubicBezTo>
                    <a:pt x="3213" y="1516"/>
                    <a:pt x="1462" y="1163"/>
                    <a:pt x="850" y="837"/>
                  </a:cubicBezTo>
                  <a:cubicBezTo>
                    <a:pt x="438" y="619"/>
                    <a:pt x="102" y="242"/>
                    <a:pt x="0" y="0"/>
                  </a:cubicBezTo>
                  <a:close/>
                </a:path>
              </a:pathLst>
            </a:custGeom>
            <a:solidFill>
              <a:srgbClr val="9A4A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501;p25"/>
            <p:cNvSpPr/>
            <p:nvPr/>
          </p:nvSpPr>
          <p:spPr>
            <a:xfrm flipH="1">
              <a:off x="6115203" y="1849604"/>
              <a:ext cx="27246" cy="28450"/>
            </a:xfrm>
            <a:custGeom>
              <a:avLst/>
              <a:gdLst/>
              <a:ahLst/>
              <a:cxnLst/>
              <a:rect l="l" t="t" r="r" b="b"/>
              <a:pathLst>
                <a:path w="702" h="733" extrusionOk="0">
                  <a:moveTo>
                    <a:pt x="351" y="1"/>
                  </a:moveTo>
                  <a:cubicBezTo>
                    <a:pt x="157" y="1"/>
                    <a:pt x="1" y="164"/>
                    <a:pt x="1" y="365"/>
                  </a:cubicBezTo>
                  <a:cubicBezTo>
                    <a:pt x="1" y="569"/>
                    <a:pt x="157" y="732"/>
                    <a:pt x="351" y="732"/>
                  </a:cubicBezTo>
                  <a:cubicBezTo>
                    <a:pt x="545" y="732"/>
                    <a:pt x="702" y="569"/>
                    <a:pt x="702" y="368"/>
                  </a:cubicBezTo>
                  <a:cubicBezTo>
                    <a:pt x="702" y="167"/>
                    <a:pt x="545" y="1"/>
                    <a:pt x="35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502;p25"/>
            <p:cNvSpPr/>
            <p:nvPr/>
          </p:nvSpPr>
          <p:spPr>
            <a:xfrm flipH="1">
              <a:off x="6129563" y="1803224"/>
              <a:ext cx="33612" cy="25306"/>
            </a:xfrm>
            <a:custGeom>
              <a:avLst/>
              <a:gdLst/>
              <a:ahLst/>
              <a:cxnLst/>
              <a:rect l="l" t="t" r="r" b="b"/>
              <a:pathLst>
                <a:path w="866" h="652" extrusionOk="0">
                  <a:moveTo>
                    <a:pt x="487" y="1"/>
                  </a:moveTo>
                  <a:cubicBezTo>
                    <a:pt x="419" y="1"/>
                    <a:pt x="350" y="18"/>
                    <a:pt x="287" y="54"/>
                  </a:cubicBezTo>
                  <a:cubicBezTo>
                    <a:pt x="79" y="169"/>
                    <a:pt x="1" y="435"/>
                    <a:pt x="114" y="652"/>
                  </a:cubicBezTo>
                  <a:lnTo>
                    <a:pt x="865" y="237"/>
                  </a:lnTo>
                  <a:cubicBezTo>
                    <a:pt x="787" y="86"/>
                    <a:pt x="639" y="1"/>
                    <a:pt x="487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503;p25"/>
            <p:cNvSpPr/>
            <p:nvPr/>
          </p:nvSpPr>
          <p:spPr>
            <a:xfrm flipH="1">
              <a:off x="6073907" y="1958082"/>
              <a:ext cx="34194" cy="23016"/>
            </a:xfrm>
            <a:custGeom>
              <a:avLst/>
              <a:gdLst/>
              <a:ahLst/>
              <a:cxnLst/>
              <a:rect l="l" t="t" r="r" b="b"/>
              <a:pathLst>
                <a:path w="881" h="593" extrusionOk="0">
                  <a:moveTo>
                    <a:pt x="82" y="1"/>
                  </a:moveTo>
                  <a:lnTo>
                    <a:pt x="82" y="1"/>
                  </a:lnTo>
                  <a:cubicBezTo>
                    <a:pt x="0" y="228"/>
                    <a:pt x="115" y="484"/>
                    <a:pt x="336" y="565"/>
                  </a:cubicBezTo>
                  <a:cubicBezTo>
                    <a:pt x="385" y="584"/>
                    <a:pt x="434" y="593"/>
                    <a:pt x="483" y="593"/>
                  </a:cubicBezTo>
                  <a:cubicBezTo>
                    <a:pt x="657" y="593"/>
                    <a:pt x="819" y="480"/>
                    <a:pt x="881" y="300"/>
                  </a:cubicBezTo>
                  <a:lnTo>
                    <a:pt x="82" y="1"/>
                  </a:lnTo>
                  <a:close/>
                </a:path>
              </a:pathLst>
            </a:custGeom>
            <a:solidFill>
              <a:srgbClr val="9A4A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504;p25"/>
            <p:cNvSpPr/>
            <p:nvPr/>
          </p:nvSpPr>
          <p:spPr>
            <a:xfrm flipH="1">
              <a:off x="5988134" y="1796354"/>
              <a:ext cx="32098" cy="27440"/>
            </a:xfrm>
            <a:custGeom>
              <a:avLst/>
              <a:gdLst/>
              <a:ahLst/>
              <a:cxnLst/>
              <a:rect l="l" t="t" r="r" b="b"/>
              <a:pathLst>
                <a:path w="827" h="707" extrusionOk="0">
                  <a:moveTo>
                    <a:pt x="343" y="0"/>
                  </a:moveTo>
                  <a:cubicBezTo>
                    <a:pt x="212" y="0"/>
                    <a:pt x="84" y="62"/>
                    <a:pt x="0" y="180"/>
                  </a:cubicBezTo>
                  <a:lnTo>
                    <a:pt x="687" y="706"/>
                  </a:lnTo>
                  <a:cubicBezTo>
                    <a:pt x="826" y="510"/>
                    <a:pt x="785" y="234"/>
                    <a:pt x="595" y="88"/>
                  </a:cubicBezTo>
                  <a:cubicBezTo>
                    <a:pt x="520" y="29"/>
                    <a:pt x="431" y="0"/>
                    <a:pt x="343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505;p25"/>
            <p:cNvSpPr/>
            <p:nvPr/>
          </p:nvSpPr>
          <p:spPr>
            <a:xfrm flipH="1">
              <a:off x="6001718" y="1845800"/>
              <a:ext cx="27363" cy="28411"/>
            </a:xfrm>
            <a:custGeom>
              <a:avLst/>
              <a:gdLst/>
              <a:ahLst/>
              <a:cxnLst/>
              <a:rect l="l" t="t" r="r" b="b"/>
              <a:pathLst>
                <a:path w="705" h="732" extrusionOk="0">
                  <a:moveTo>
                    <a:pt x="351" y="0"/>
                  </a:moveTo>
                  <a:cubicBezTo>
                    <a:pt x="157" y="0"/>
                    <a:pt x="1" y="163"/>
                    <a:pt x="1" y="364"/>
                  </a:cubicBezTo>
                  <a:cubicBezTo>
                    <a:pt x="1" y="565"/>
                    <a:pt x="157" y="728"/>
                    <a:pt x="351" y="731"/>
                  </a:cubicBezTo>
                  <a:cubicBezTo>
                    <a:pt x="544" y="731"/>
                    <a:pt x="704" y="568"/>
                    <a:pt x="704" y="367"/>
                  </a:cubicBezTo>
                  <a:cubicBezTo>
                    <a:pt x="704" y="163"/>
                    <a:pt x="544" y="0"/>
                    <a:pt x="35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506;p25"/>
            <p:cNvSpPr/>
            <p:nvPr/>
          </p:nvSpPr>
          <p:spPr>
            <a:xfrm flipH="1">
              <a:off x="6023918" y="1847120"/>
              <a:ext cx="47390" cy="81972"/>
            </a:xfrm>
            <a:custGeom>
              <a:avLst/>
              <a:gdLst/>
              <a:ahLst/>
              <a:cxnLst/>
              <a:rect l="l" t="t" r="r" b="b"/>
              <a:pathLst>
                <a:path w="1221" h="2112" extrusionOk="0">
                  <a:moveTo>
                    <a:pt x="0" y="1"/>
                  </a:moveTo>
                  <a:lnTo>
                    <a:pt x="116" y="2111"/>
                  </a:lnTo>
                  <a:lnTo>
                    <a:pt x="1221" y="173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9A4A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507;p25"/>
            <p:cNvSpPr/>
            <p:nvPr/>
          </p:nvSpPr>
          <p:spPr>
            <a:xfrm flipH="1">
              <a:off x="6056478" y="2123963"/>
              <a:ext cx="129090" cy="65904"/>
            </a:xfrm>
            <a:custGeom>
              <a:avLst/>
              <a:gdLst/>
              <a:ahLst/>
              <a:cxnLst/>
              <a:rect l="l" t="t" r="r" b="b"/>
              <a:pathLst>
                <a:path w="3326" h="1698" extrusionOk="0">
                  <a:moveTo>
                    <a:pt x="2128" y="1"/>
                  </a:moveTo>
                  <a:lnTo>
                    <a:pt x="2034" y="955"/>
                  </a:lnTo>
                  <a:lnTo>
                    <a:pt x="898" y="98"/>
                  </a:lnTo>
                  <a:lnTo>
                    <a:pt x="0" y="993"/>
                  </a:lnTo>
                  <a:cubicBezTo>
                    <a:pt x="360" y="1369"/>
                    <a:pt x="1112" y="1697"/>
                    <a:pt x="1786" y="1697"/>
                  </a:cubicBezTo>
                  <a:cubicBezTo>
                    <a:pt x="1856" y="1697"/>
                    <a:pt x="1925" y="1694"/>
                    <a:pt x="1993" y="1686"/>
                  </a:cubicBezTo>
                  <a:cubicBezTo>
                    <a:pt x="2713" y="1605"/>
                    <a:pt x="3111" y="1394"/>
                    <a:pt x="3325" y="884"/>
                  </a:cubicBezTo>
                  <a:lnTo>
                    <a:pt x="2128" y="1"/>
                  </a:lnTo>
                  <a:close/>
                </a:path>
              </a:pathLst>
            </a:custGeom>
            <a:solidFill>
              <a:srgbClr val="27DE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508;p25"/>
            <p:cNvSpPr/>
            <p:nvPr/>
          </p:nvSpPr>
          <p:spPr>
            <a:xfrm flipH="1">
              <a:off x="6056478" y="2123963"/>
              <a:ext cx="129090" cy="62954"/>
            </a:xfrm>
            <a:custGeom>
              <a:avLst/>
              <a:gdLst/>
              <a:ahLst/>
              <a:cxnLst/>
              <a:rect l="l" t="t" r="r" b="b"/>
              <a:pathLst>
                <a:path w="3326" h="1622" extrusionOk="0">
                  <a:moveTo>
                    <a:pt x="2128" y="1"/>
                  </a:moveTo>
                  <a:lnTo>
                    <a:pt x="2034" y="955"/>
                  </a:lnTo>
                  <a:lnTo>
                    <a:pt x="2034" y="955"/>
                  </a:lnTo>
                  <a:lnTo>
                    <a:pt x="2761" y="605"/>
                  </a:lnTo>
                  <a:cubicBezTo>
                    <a:pt x="2761" y="605"/>
                    <a:pt x="2903" y="1003"/>
                    <a:pt x="2894" y="1421"/>
                  </a:cubicBezTo>
                  <a:cubicBezTo>
                    <a:pt x="3087" y="1295"/>
                    <a:pt x="3227" y="1123"/>
                    <a:pt x="3325" y="884"/>
                  </a:cubicBezTo>
                  <a:lnTo>
                    <a:pt x="2128" y="1"/>
                  </a:lnTo>
                  <a:close/>
                  <a:moveTo>
                    <a:pt x="898" y="98"/>
                  </a:moveTo>
                  <a:lnTo>
                    <a:pt x="21" y="969"/>
                  </a:lnTo>
                  <a:lnTo>
                    <a:pt x="0" y="993"/>
                  </a:lnTo>
                  <a:cubicBezTo>
                    <a:pt x="255" y="1261"/>
                    <a:pt x="711" y="1503"/>
                    <a:pt x="1193" y="1622"/>
                  </a:cubicBezTo>
                  <a:cubicBezTo>
                    <a:pt x="1095" y="1388"/>
                    <a:pt x="1037" y="1126"/>
                    <a:pt x="1047" y="843"/>
                  </a:cubicBezTo>
                  <a:lnTo>
                    <a:pt x="1047" y="843"/>
                  </a:lnTo>
                  <a:lnTo>
                    <a:pt x="2034" y="955"/>
                  </a:lnTo>
                  <a:lnTo>
                    <a:pt x="898" y="98"/>
                  </a:lnTo>
                  <a:close/>
                </a:path>
              </a:pathLst>
            </a:custGeom>
            <a:solidFill>
              <a:srgbClr val="146B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509;p25"/>
            <p:cNvSpPr/>
            <p:nvPr/>
          </p:nvSpPr>
          <p:spPr>
            <a:xfrm flipH="1">
              <a:off x="6071422" y="2147445"/>
              <a:ext cx="74559" cy="73394"/>
            </a:xfrm>
            <a:custGeom>
              <a:avLst/>
              <a:gdLst/>
              <a:ahLst/>
              <a:cxnLst/>
              <a:rect l="l" t="t" r="r" b="b"/>
              <a:pathLst>
                <a:path w="1921" h="1891" extrusionOk="0">
                  <a:moveTo>
                    <a:pt x="1741" y="0"/>
                  </a:moveTo>
                  <a:lnTo>
                    <a:pt x="1014" y="350"/>
                  </a:lnTo>
                  <a:lnTo>
                    <a:pt x="27" y="238"/>
                  </a:lnTo>
                  <a:lnTo>
                    <a:pt x="27" y="238"/>
                  </a:lnTo>
                  <a:cubicBezTo>
                    <a:pt x="0" y="925"/>
                    <a:pt x="385" y="1489"/>
                    <a:pt x="765" y="1843"/>
                  </a:cubicBezTo>
                  <a:cubicBezTo>
                    <a:pt x="881" y="1877"/>
                    <a:pt x="986" y="1890"/>
                    <a:pt x="1079" y="1890"/>
                  </a:cubicBezTo>
                  <a:cubicBezTo>
                    <a:pt x="1374" y="1890"/>
                    <a:pt x="1540" y="1758"/>
                    <a:pt x="1540" y="1758"/>
                  </a:cubicBezTo>
                  <a:cubicBezTo>
                    <a:pt x="1540" y="1758"/>
                    <a:pt x="1799" y="1456"/>
                    <a:pt x="1860" y="959"/>
                  </a:cubicBezTo>
                  <a:cubicBezTo>
                    <a:pt x="1921" y="493"/>
                    <a:pt x="1741" y="0"/>
                    <a:pt x="174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510;p25"/>
            <p:cNvSpPr/>
            <p:nvPr/>
          </p:nvSpPr>
          <p:spPr>
            <a:xfrm flipH="1">
              <a:off x="6037229" y="2215637"/>
              <a:ext cx="97303" cy="362431"/>
            </a:xfrm>
            <a:custGeom>
              <a:avLst/>
              <a:gdLst/>
              <a:ahLst/>
              <a:cxnLst/>
              <a:rect l="l" t="t" r="r" b="b"/>
              <a:pathLst>
                <a:path w="2507" h="9338" extrusionOk="0">
                  <a:moveTo>
                    <a:pt x="1245" y="1"/>
                  </a:moveTo>
                  <a:lnTo>
                    <a:pt x="470" y="86"/>
                  </a:lnTo>
                  <a:cubicBezTo>
                    <a:pt x="470" y="86"/>
                    <a:pt x="1" y="6740"/>
                    <a:pt x="14" y="7209"/>
                  </a:cubicBezTo>
                  <a:cubicBezTo>
                    <a:pt x="28" y="7679"/>
                    <a:pt x="889" y="9337"/>
                    <a:pt x="1337" y="9337"/>
                  </a:cubicBezTo>
                  <a:cubicBezTo>
                    <a:pt x="1339" y="9337"/>
                    <a:pt x="1341" y="9337"/>
                    <a:pt x="1344" y="9337"/>
                  </a:cubicBezTo>
                  <a:cubicBezTo>
                    <a:pt x="1789" y="9323"/>
                    <a:pt x="2506" y="7477"/>
                    <a:pt x="2459" y="6957"/>
                  </a:cubicBezTo>
                  <a:cubicBezTo>
                    <a:pt x="2412" y="6437"/>
                    <a:pt x="1245" y="1"/>
                    <a:pt x="12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511;p25"/>
            <p:cNvSpPr/>
            <p:nvPr/>
          </p:nvSpPr>
          <p:spPr>
            <a:xfrm flipH="1">
              <a:off x="6086211" y="2215637"/>
              <a:ext cx="39" cy="194"/>
            </a:xfrm>
            <a:custGeom>
              <a:avLst/>
              <a:gdLst/>
              <a:ahLst/>
              <a:cxnLst/>
              <a:rect l="l" t="t" r="r" b="b"/>
              <a:pathLst>
                <a:path w="1" h="5" extrusionOk="0">
                  <a:moveTo>
                    <a:pt x="1" y="1"/>
                  </a:moveTo>
                  <a:lnTo>
                    <a:pt x="1" y="1"/>
                  </a:lnTo>
                  <a:lnTo>
                    <a:pt x="1" y="5"/>
                  </a:ln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512;p25"/>
            <p:cNvSpPr/>
            <p:nvPr/>
          </p:nvSpPr>
          <p:spPr>
            <a:xfrm flipH="1">
              <a:off x="6085513" y="2216296"/>
              <a:ext cx="543" cy="3338"/>
            </a:xfrm>
            <a:custGeom>
              <a:avLst/>
              <a:gdLst/>
              <a:ahLst/>
              <a:cxnLst/>
              <a:rect l="l" t="t" r="r" b="b"/>
              <a:pathLst>
                <a:path w="14" h="86" extrusionOk="0">
                  <a:moveTo>
                    <a:pt x="0" y="1"/>
                  </a:moveTo>
                  <a:lnTo>
                    <a:pt x="8" y="54"/>
                  </a:lnTo>
                  <a:lnTo>
                    <a:pt x="8" y="54"/>
                  </a:lnTo>
                  <a:cubicBezTo>
                    <a:pt x="5" y="30"/>
                    <a:pt x="2" y="13"/>
                    <a:pt x="0" y="1"/>
                  </a:cubicBezTo>
                  <a:close/>
                  <a:moveTo>
                    <a:pt x="8" y="54"/>
                  </a:moveTo>
                  <a:cubicBezTo>
                    <a:pt x="10" y="64"/>
                    <a:pt x="11" y="74"/>
                    <a:pt x="13" y="86"/>
                  </a:cubicBezTo>
                  <a:lnTo>
                    <a:pt x="8" y="54"/>
                  </a:ln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513;p25"/>
            <p:cNvSpPr/>
            <p:nvPr/>
          </p:nvSpPr>
          <p:spPr>
            <a:xfrm flipH="1">
              <a:off x="6085512" y="2215637"/>
              <a:ext cx="31205" cy="11527"/>
            </a:xfrm>
            <a:custGeom>
              <a:avLst/>
              <a:gdLst/>
              <a:ahLst/>
              <a:cxnLst/>
              <a:rect l="l" t="t" r="r" b="b"/>
              <a:pathLst>
                <a:path w="804" h="297" extrusionOk="0">
                  <a:moveTo>
                    <a:pt x="786" y="1"/>
                  </a:moveTo>
                  <a:cubicBezTo>
                    <a:pt x="630" y="117"/>
                    <a:pt x="470" y="151"/>
                    <a:pt x="334" y="151"/>
                  </a:cubicBezTo>
                  <a:cubicBezTo>
                    <a:pt x="147" y="151"/>
                    <a:pt x="11" y="86"/>
                    <a:pt x="11" y="86"/>
                  </a:cubicBezTo>
                  <a:lnTo>
                    <a:pt x="1" y="263"/>
                  </a:lnTo>
                  <a:cubicBezTo>
                    <a:pt x="89" y="286"/>
                    <a:pt x="174" y="297"/>
                    <a:pt x="252" y="297"/>
                  </a:cubicBezTo>
                  <a:cubicBezTo>
                    <a:pt x="589" y="297"/>
                    <a:pt x="803" y="103"/>
                    <a:pt x="803" y="103"/>
                  </a:cubicBezTo>
                  <a:cubicBezTo>
                    <a:pt x="797" y="62"/>
                    <a:pt x="793" y="35"/>
                    <a:pt x="790" y="18"/>
                  </a:cubicBezTo>
                  <a:lnTo>
                    <a:pt x="790" y="15"/>
                  </a:lnTo>
                  <a:lnTo>
                    <a:pt x="790" y="11"/>
                  </a:lnTo>
                  <a:lnTo>
                    <a:pt x="790" y="8"/>
                  </a:lnTo>
                  <a:lnTo>
                    <a:pt x="786" y="8"/>
                  </a:lnTo>
                  <a:lnTo>
                    <a:pt x="786" y="5"/>
                  </a:lnTo>
                  <a:lnTo>
                    <a:pt x="786" y="1"/>
                  </a:lnTo>
                  <a:close/>
                </a:path>
              </a:pathLst>
            </a:custGeom>
            <a:solidFill>
              <a:srgbClr val="146B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514;p25"/>
            <p:cNvSpPr/>
            <p:nvPr/>
          </p:nvSpPr>
          <p:spPr>
            <a:xfrm flipH="1">
              <a:off x="6106621" y="2035007"/>
              <a:ext cx="164449" cy="169455"/>
            </a:xfrm>
            <a:custGeom>
              <a:avLst/>
              <a:gdLst/>
              <a:ahLst/>
              <a:cxnLst/>
              <a:rect l="l" t="t" r="r" b="b"/>
              <a:pathLst>
                <a:path w="4237" h="4366" extrusionOk="0">
                  <a:moveTo>
                    <a:pt x="935" y="1"/>
                  </a:moveTo>
                  <a:cubicBezTo>
                    <a:pt x="935" y="1"/>
                    <a:pt x="170" y="293"/>
                    <a:pt x="0" y="1640"/>
                  </a:cubicBezTo>
                  <a:cubicBezTo>
                    <a:pt x="466" y="2727"/>
                    <a:pt x="1316" y="3655"/>
                    <a:pt x="2560" y="4366"/>
                  </a:cubicBezTo>
                  <a:lnTo>
                    <a:pt x="3250" y="3135"/>
                  </a:lnTo>
                  <a:lnTo>
                    <a:pt x="4237" y="3247"/>
                  </a:lnTo>
                  <a:lnTo>
                    <a:pt x="4237" y="3247"/>
                  </a:lnTo>
                  <a:lnTo>
                    <a:pt x="948" y="746"/>
                  </a:lnTo>
                  <a:lnTo>
                    <a:pt x="935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515;p25"/>
            <p:cNvSpPr/>
            <p:nvPr/>
          </p:nvSpPr>
          <p:spPr>
            <a:xfrm flipH="1">
              <a:off x="6044875" y="2048358"/>
              <a:ext cx="61789" cy="126839"/>
            </a:xfrm>
            <a:custGeom>
              <a:avLst/>
              <a:gdLst/>
              <a:ahLst/>
              <a:cxnLst/>
              <a:rect l="l" t="t" r="r" b="b"/>
              <a:pathLst>
                <a:path w="1592" h="3268" extrusionOk="0">
                  <a:moveTo>
                    <a:pt x="201" y="0"/>
                  </a:moveTo>
                  <a:lnTo>
                    <a:pt x="205" y="956"/>
                  </a:lnTo>
                  <a:cubicBezTo>
                    <a:pt x="205" y="956"/>
                    <a:pt x="68" y="2214"/>
                    <a:pt x="1" y="2903"/>
                  </a:cubicBezTo>
                  <a:lnTo>
                    <a:pt x="728" y="2553"/>
                  </a:lnTo>
                  <a:lnTo>
                    <a:pt x="1517" y="3267"/>
                  </a:lnTo>
                  <a:cubicBezTo>
                    <a:pt x="1517" y="3267"/>
                    <a:pt x="1592" y="1194"/>
                    <a:pt x="1261" y="650"/>
                  </a:cubicBezTo>
                  <a:cubicBezTo>
                    <a:pt x="932" y="105"/>
                    <a:pt x="201" y="0"/>
                    <a:pt x="201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DE1462C3-B8EB-4224-A347-90715011D459}"/>
              </a:ext>
            </a:extLst>
          </p:cNvPr>
          <p:cNvGrpSpPr/>
          <p:nvPr/>
        </p:nvGrpSpPr>
        <p:grpSpPr>
          <a:xfrm>
            <a:off x="1124901" y="1507733"/>
            <a:ext cx="7878021" cy="3844023"/>
            <a:chOff x="7744772" y="1193235"/>
            <a:chExt cx="8198061" cy="3844023"/>
          </a:xfrm>
        </p:grpSpPr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id="{1CEF088E-55D3-4F5B-8A74-23778A3E50DA}"/>
                </a:ext>
              </a:extLst>
            </p:cNvPr>
            <p:cNvCxnSpPr/>
            <p:nvPr/>
          </p:nvCxnSpPr>
          <p:spPr>
            <a:xfrm>
              <a:off x="7744772" y="1820746"/>
              <a:ext cx="3218752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153">
              <a:extLst>
                <a:ext uri="{FF2B5EF4-FFF2-40B4-BE49-F238E27FC236}">
                  <a16:creationId xmlns:a16="http://schemas.microsoft.com/office/drawing/2014/main" id="{8FCC7AFB-8640-4B42-AB5C-CA7AAC76FD01}"/>
                </a:ext>
              </a:extLst>
            </p:cNvPr>
            <p:cNvCxnSpPr/>
            <p:nvPr/>
          </p:nvCxnSpPr>
          <p:spPr>
            <a:xfrm>
              <a:off x="7744772" y="4233130"/>
              <a:ext cx="3218752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43E47168-2625-432A-B400-BF6D787C763B}"/>
                </a:ext>
              </a:extLst>
            </p:cNvPr>
            <p:cNvSpPr/>
            <p:nvPr/>
          </p:nvSpPr>
          <p:spPr>
            <a:xfrm>
              <a:off x="8545161" y="1256395"/>
              <a:ext cx="7397672" cy="369332"/>
            </a:xfrm>
            <a:prstGeom prst="rect">
              <a:avLst/>
            </a:prstGeom>
          </p:spPr>
          <p:txBody>
            <a:bodyPr wrap="square" lIns="0" tIns="0" rIns="0" bIns="0" anchor="ctr">
              <a:spAutoFit/>
            </a:bodyPr>
            <a:lstStyle/>
            <a:p>
              <a:r>
                <a:rPr lang="en-US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 Black" panose="020B0A04020102020204" pitchFamily="34" charset="0"/>
                </a:rPr>
                <a:t>Introduction</a:t>
              </a:r>
              <a:r>
                <a:rPr lang="en-US" sz="2400" dirty="0"/>
                <a:t> </a:t>
              </a:r>
              <a:r>
                <a:rPr lang="en-US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 Black" panose="020B0A04020102020204" pitchFamily="34" charset="0"/>
                </a:rPr>
                <a:t>to</a:t>
              </a:r>
              <a:r>
                <a:rPr lang="en-US" sz="2400" dirty="0"/>
                <a:t> </a:t>
              </a:r>
              <a:r>
                <a:rPr lang="en-US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 Black" panose="020B0A04020102020204" pitchFamily="34" charset="0"/>
                </a:rPr>
                <a:t>Android</a:t>
              </a:r>
              <a:r>
                <a:rPr lang="en-US" sz="2400" dirty="0"/>
                <a:t> </a:t>
              </a:r>
              <a:r>
                <a:rPr lang="en-US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 Black" panose="020B0A04020102020204" pitchFamily="34" charset="0"/>
                </a:rPr>
                <a:t>Architecture</a:t>
              </a:r>
            </a:p>
          </p:txBody>
        </p:sp>
        <p:grpSp>
          <p:nvGrpSpPr>
            <p:cNvPr id="158" name="Group 157">
              <a:extLst>
                <a:ext uri="{FF2B5EF4-FFF2-40B4-BE49-F238E27FC236}">
                  <a16:creationId xmlns:a16="http://schemas.microsoft.com/office/drawing/2014/main" id="{7C3B389F-FC46-428D-B9B4-392C4EBCE6C3}"/>
                </a:ext>
              </a:extLst>
            </p:cNvPr>
            <p:cNvGrpSpPr/>
            <p:nvPr/>
          </p:nvGrpSpPr>
          <p:grpSpPr>
            <a:xfrm>
              <a:off x="7744772" y="1193235"/>
              <a:ext cx="633536" cy="450894"/>
              <a:chOff x="7235832" y="1169640"/>
              <a:chExt cx="633536" cy="450894"/>
            </a:xfrm>
          </p:grpSpPr>
          <p:grpSp>
            <p:nvGrpSpPr>
              <p:cNvPr id="206" name="Group 205">
                <a:extLst>
                  <a:ext uri="{FF2B5EF4-FFF2-40B4-BE49-F238E27FC236}">
                    <a16:creationId xmlns:a16="http://schemas.microsoft.com/office/drawing/2014/main" id="{AD866829-4A0F-4C18-8E60-F9F4A560C240}"/>
                  </a:ext>
                </a:extLst>
              </p:cNvPr>
              <p:cNvGrpSpPr/>
              <p:nvPr/>
            </p:nvGrpSpPr>
            <p:grpSpPr>
              <a:xfrm>
                <a:off x="7235832" y="1169640"/>
                <a:ext cx="633536" cy="450894"/>
                <a:chOff x="7235832" y="1169640"/>
                <a:chExt cx="633536" cy="450894"/>
              </a:xfrm>
            </p:grpSpPr>
            <p:sp>
              <p:nvSpPr>
                <p:cNvPr id="208" name="Flowchart: Off-page Connector 207">
                  <a:extLst>
                    <a:ext uri="{FF2B5EF4-FFF2-40B4-BE49-F238E27FC236}">
                      <a16:creationId xmlns:a16="http://schemas.microsoft.com/office/drawing/2014/main" id="{9426A5CC-212C-4F45-8A51-60DEBDE63CA9}"/>
                    </a:ext>
                  </a:extLst>
                </p:cNvPr>
                <p:cNvSpPr/>
                <p:nvPr/>
              </p:nvSpPr>
              <p:spPr>
                <a:xfrm rot="16200000">
                  <a:off x="7429476" y="1180642"/>
                  <a:ext cx="396164" cy="483620"/>
                </a:xfrm>
                <a:prstGeom prst="flowChartOffpageConnector">
                  <a:avLst/>
                </a:prstGeom>
                <a:gradFill>
                  <a:gsLst>
                    <a:gs pos="0">
                      <a:srgbClr val="F21A28"/>
                    </a:gs>
                    <a:gs pos="100000">
                      <a:srgbClr val="AE0A16"/>
                    </a:gs>
                  </a:gsLst>
                  <a:lin ang="10800000" scaled="0"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09" name="TextBox 208">
                  <a:extLst>
                    <a:ext uri="{FF2B5EF4-FFF2-40B4-BE49-F238E27FC236}">
                      <a16:creationId xmlns:a16="http://schemas.microsoft.com/office/drawing/2014/main" id="{3B5BF797-FE1D-48C6-A95A-919416275775}"/>
                    </a:ext>
                  </a:extLst>
                </p:cNvPr>
                <p:cNvSpPr txBox="1"/>
                <p:nvPr/>
              </p:nvSpPr>
              <p:spPr>
                <a:xfrm>
                  <a:off x="7463300" y="1300152"/>
                  <a:ext cx="31148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noAutofit/>
                </a:bodyPr>
                <a:lstStyle/>
                <a:p>
                  <a:pPr algn="ctr"/>
                  <a:r>
                    <a:rPr lang="id-ID" b="1" dirty="0">
                      <a:solidFill>
                        <a:schemeClr val="bg1"/>
                      </a:solidFill>
                    </a:rPr>
                    <a:t>1.</a:t>
                  </a:r>
                  <a:endParaRPr lang="en-US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210" name="Freeform: Shape 143">
                  <a:extLst>
                    <a:ext uri="{FF2B5EF4-FFF2-40B4-BE49-F238E27FC236}">
                      <a16:creationId xmlns:a16="http://schemas.microsoft.com/office/drawing/2014/main" id="{FC24446F-6F39-4C84-B6D0-278099F7986D}"/>
                    </a:ext>
                  </a:extLst>
                </p:cNvPr>
                <p:cNvSpPr/>
                <p:nvPr/>
              </p:nvSpPr>
              <p:spPr>
                <a:xfrm rot="18956483">
                  <a:off x="7235832" y="1169640"/>
                  <a:ext cx="553525" cy="382739"/>
                </a:xfrm>
                <a:custGeom>
                  <a:avLst/>
                  <a:gdLst>
                    <a:gd name="connsiteX0" fmla="*/ 275490 w 553525"/>
                    <a:gd name="connsiteY0" fmla="*/ 0 h 382739"/>
                    <a:gd name="connsiteX1" fmla="*/ 553525 w 553525"/>
                    <a:gd name="connsiteY1" fmla="*/ 269045 h 382739"/>
                    <a:gd name="connsiteX2" fmla="*/ 540502 w 553525"/>
                    <a:gd name="connsiteY2" fmla="*/ 309049 h 382739"/>
                    <a:gd name="connsiteX3" fmla="*/ 485290 w 553525"/>
                    <a:gd name="connsiteY3" fmla="*/ 339596 h 382739"/>
                    <a:gd name="connsiteX4" fmla="*/ 274656 w 553525"/>
                    <a:gd name="connsiteY4" fmla="*/ 382739 h 382739"/>
                    <a:gd name="connsiteX5" fmla="*/ 64022 w 553525"/>
                    <a:gd name="connsiteY5" fmla="*/ 339596 h 382739"/>
                    <a:gd name="connsiteX6" fmla="*/ 47011 w 553525"/>
                    <a:gd name="connsiteY6" fmla="*/ 330185 h 382739"/>
                    <a:gd name="connsiteX7" fmla="*/ 0 w 553525"/>
                    <a:gd name="connsiteY7" fmla="*/ 284695 h 382739"/>
                    <a:gd name="connsiteX8" fmla="*/ 275490 w 553525"/>
                    <a:gd name="connsiteY8" fmla="*/ 0 h 3827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553525" h="382739">
                      <a:moveTo>
                        <a:pt x="275490" y="0"/>
                      </a:moveTo>
                      <a:lnTo>
                        <a:pt x="553525" y="269045"/>
                      </a:lnTo>
                      <a:lnTo>
                        <a:pt x="540502" y="309049"/>
                      </a:lnTo>
                      <a:lnTo>
                        <a:pt x="485290" y="339596"/>
                      </a:lnTo>
                      <a:cubicBezTo>
                        <a:pt x="425163" y="366834"/>
                        <a:pt x="352680" y="382739"/>
                        <a:pt x="274656" y="382739"/>
                      </a:cubicBezTo>
                      <a:cubicBezTo>
                        <a:pt x="196632" y="382739"/>
                        <a:pt x="124148" y="366834"/>
                        <a:pt x="64022" y="339596"/>
                      </a:cubicBezTo>
                      <a:lnTo>
                        <a:pt x="47011" y="330185"/>
                      </a:lnTo>
                      <a:lnTo>
                        <a:pt x="0" y="284695"/>
                      </a:lnTo>
                      <a:lnTo>
                        <a:pt x="275490" y="0"/>
                      </a:lnTo>
                      <a:close/>
                    </a:path>
                  </a:pathLst>
                </a:custGeom>
                <a:gradFill>
                  <a:gsLst>
                    <a:gs pos="100000">
                      <a:schemeClr val="bg1">
                        <a:alpha val="53000"/>
                      </a:schemeClr>
                    </a:gs>
                    <a:gs pos="3000">
                      <a:schemeClr val="bg1">
                        <a:alpha val="0"/>
                      </a:schemeClr>
                    </a:gs>
                  </a:gsLst>
                  <a:lin ang="1080000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207" name="Rectangle 206">
                <a:extLst>
                  <a:ext uri="{FF2B5EF4-FFF2-40B4-BE49-F238E27FC236}">
                    <a16:creationId xmlns:a16="http://schemas.microsoft.com/office/drawing/2014/main" id="{2976B78C-A589-4489-8C67-5505CD3C9775}"/>
                  </a:ext>
                </a:extLst>
              </p:cNvPr>
              <p:cNvSpPr/>
              <p:nvPr/>
            </p:nvSpPr>
            <p:spPr>
              <a:xfrm>
                <a:off x="7271642" y="1224360"/>
                <a:ext cx="62282" cy="390629"/>
              </a:xfrm>
              <a:prstGeom prst="rect">
                <a:avLst/>
              </a:prstGeom>
              <a:gradFill>
                <a:gsLst>
                  <a:gs pos="100000">
                    <a:srgbClr val="F21A28"/>
                  </a:gs>
                  <a:gs pos="0">
                    <a:srgbClr val="AE0A16"/>
                  </a:gs>
                </a:gsLst>
                <a:lin ang="12600000" scaled="0"/>
              </a:gradFill>
              <a:ln>
                <a:noFill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59" name="Rectangle 158">
              <a:extLst>
                <a:ext uri="{FF2B5EF4-FFF2-40B4-BE49-F238E27FC236}">
                  <a16:creationId xmlns:a16="http://schemas.microsoft.com/office/drawing/2014/main" id="{07C50EB6-CCF5-47E0-8BB5-2AEDB0B4203B}"/>
                </a:ext>
              </a:extLst>
            </p:cNvPr>
            <p:cNvSpPr/>
            <p:nvPr/>
          </p:nvSpPr>
          <p:spPr>
            <a:xfrm>
              <a:off x="8545161" y="2058920"/>
              <a:ext cx="7397672" cy="369332"/>
            </a:xfrm>
            <a:prstGeom prst="rect">
              <a:avLst/>
            </a:prstGeom>
          </p:spPr>
          <p:txBody>
            <a:bodyPr wrap="square" lIns="0" tIns="0" rIns="0" bIns="0" anchor="ctr">
              <a:spAutoFit/>
            </a:bodyPr>
            <a:lstStyle/>
            <a:p>
              <a:r>
                <a:rPr lang="en-US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 Black" panose="020B0A04020102020204" pitchFamily="34" charset="0"/>
                </a:rPr>
                <a:t>Introduction</a:t>
              </a:r>
              <a:r>
                <a:rPr lang="en-US" sz="2400" dirty="0"/>
                <a:t> </a:t>
              </a:r>
              <a:r>
                <a:rPr lang="en-US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 Black" panose="020B0A04020102020204" pitchFamily="34" charset="0"/>
                </a:rPr>
                <a:t>to</a:t>
              </a:r>
              <a:r>
                <a:rPr lang="en-US" sz="2400" dirty="0"/>
                <a:t> </a:t>
              </a:r>
              <a:r>
                <a:rPr lang="en-US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 Black" panose="020B0A04020102020204" pitchFamily="34" charset="0"/>
                </a:rPr>
                <a:t>Android</a:t>
              </a:r>
              <a:r>
                <a:rPr lang="en-US" sz="2400" dirty="0"/>
                <a:t> </a:t>
              </a:r>
              <a:r>
                <a:rPr lang="en-US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 Black" panose="020B0A04020102020204" pitchFamily="34" charset="0"/>
                </a:rPr>
                <a:t>automotive</a:t>
              </a:r>
            </a:p>
          </p:txBody>
        </p:sp>
        <p:sp>
          <p:nvSpPr>
            <p:cNvPr id="160" name="Freeform: Shape 195">
              <a:extLst>
                <a:ext uri="{FF2B5EF4-FFF2-40B4-BE49-F238E27FC236}">
                  <a16:creationId xmlns:a16="http://schemas.microsoft.com/office/drawing/2014/main" id="{E820DD23-DEF8-477C-B3DA-A1A83D2C9EF4}"/>
                </a:ext>
              </a:extLst>
            </p:cNvPr>
            <p:cNvSpPr/>
            <p:nvPr/>
          </p:nvSpPr>
          <p:spPr>
            <a:xfrm rot="18956483">
              <a:off x="7799977" y="4409747"/>
              <a:ext cx="553525" cy="382739"/>
            </a:xfrm>
            <a:custGeom>
              <a:avLst/>
              <a:gdLst>
                <a:gd name="connsiteX0" fmla="*/ 275490 w 553525"/>
                <a:gd name="connsiteY0" fmla="*/ 0 h 382739"/>
                <a:gd name="connsiteX1" fmla="*/ 553525 w 553525"/>
                <a:gd name="connsiteY1" fmla="*/ 269045 h 382739"/>
                <a:gd name="connsiteX2" fmla="*/ 540502 w 553525"/>
                <a:gd name="connsiteY2" fmla="*/ 309049 h 382739"/>
                <a:gd name="connsiteX3" fmla="*/ 485290 w 553525"/>
                <a:gd name="connsiteY3" fmla="*/ 339596 h 382739"/>
                <a:gd name="connsiteX4" fmla="*/ 274656 w 553525"/>
                <a:gd name="connsiteY4" fmla="*/ 382739 h 382739"/>
                <a:gd name="connsiteX5" fmla="*/ 64022 w 553525"/>
                <a:gd name="connsiteY5" fmla="*/ 339596 h 382739"/>
                <a:gd name="connsiteX6" fmla="*/ 47011 w 553525"/>
                <a:gd name="connsiteY6" fmla="*/ 330185 h 382739"/>
                <a:gd name="connsiteX7" fmla="*/ 0 w 553525"/>
                <a:gd name="connsiteY7" fmla="*/ 284695 h 382739"/>
                <a:gd name="connsiteX8" fmla="*/ 275490 w 553525"/>
                <a:gd name="connsiteY8" fmla="*/ 0 h 382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53525" h="382739">
                  <a:moveTo>
                    <a:pt x="275490" y="0"/>
                  </a:moveTo>
                  <a:lnTo>
                    <a:pt x="553525" y="269045"/>
                  </a:lnTo>
                  <a:lnTo>
                    <a:pt x="540502" y="309049"/>
                  </a:lnTo>
                  <a:lnTo>
                    <a:pt x="485290" y="339596"/>
                  </a:lnTo>
                  <a:cubicBezTo>
                    <a:pt x="425163" y="366834"/>
                    <a:pt x="352680" y="382739"/>
                    <a:pt x="274656" y="382739"/>
                  </a:cubicBezTo>
                  <a:cubicBezTo>
                    <a:pt x="196632" y="382739"/>
                    <a:pt x="124148" y="366834"/>
                    <a:pt x="64022" y="339596"/>
                  </a:cubicBezTo>
                  <a:lnTo>
                    <a:pt x="47011" y="330185"/>
                  </a:lnTo>
                  <a:lnTo>
                    <a:pt x="0" y="284695"/>
                  </a:lnTo>
                  <a:lnTo>
                    <a:pt x="275490" y="0"/>
                  </a:lnTo>
                  <a:close/>
                </a:path>
              </a:pathLst>
            </a:custGeom>
            <a:gradFill>
              <a:gsLst>
                <a:gs pos="100000">
                  <a:schemeClr val="bg1">
                    <a:alpha val="53000"/>
                  </a:schemeClr>
                </a:gs>
                <a:gs pos="3000">
                  <a:schemeClr val="bg1">
                    <a:alpha val="0"/>
                  </a:scheme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61" name="Straight Connector 160">
              <a:extLst>
                <a:ext uri="{FF2B5EF4-FFF2-40B4-BE49-F238E27FC236}">
                  <a16:creationId xmlns:a16="http://schemas.microsoft.com/office/drawing/2014/main" id="{2F9B339D-A529-4196-906C-783DBA2E14B1}"/>
                </a:ext>
              </a:extLst>
            </p:cNvPr>
            <p:cNvCxnSpPr/>
            <p:nvPr/>
          </p:nvCxnSpPr>
          <p:spPr>
            <a:xfrm>
              <a:off x="7744772" y="2624874"/>
              <a:ext cx="3218752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2" name="Group 161">
              <a:extLst>
                <a:ext uri="{FF2B5EF4-FFF2-40B4-BE49-F238E27FC236}">
                  <a16:creationId xmlns:a16="http://schemas.microsoft.com/office/drawing/2014/main" id="{1B07DDCA-A454-43E2-BC08-B6F303D52004}"/>
                </a:ext>
              </a:extLst>
            </p:cNvPr>
            <p:cNvGrpSpPr/>
            <p:nvPr/>
          </p:nvGrpSpPr>
          <p:grpSpPr>
            <a:xfrm>
              <a:off x="7744772" y="2018138"/>
              <a:ext cx="633536" cy="450894"/>
              <a:chOff x="7744772" y="1997363"/>
              <a:chExt cx="633536" cy="450894"/>
            </a:xfrm>
          </p:grpSpPr>
          <p:sp>
            <p:nvSpPr>
              <p:cNvPr id="202" name="Flowchart: Off-page Connector 201">
                <a:extLst>
                  <a:ext uri="{FF2B5EF4-FFF2-40B4-BE49-F238E27FC236}">
                    <a16:creationId xmlns:a16="http://schemas.microsoft.com/office/drawing/2014/main" id="{B4A5ED2B-EF65-4EA7-BB51-BB4A21EF2BD1}"/>
                  </a:ext>
                </a:extLst>
              </p:cNvPr>
              <p:cNvSpPr/>
              <p:nvPr/>
            </p:nvSpPr>
            <p:spPr>
              <a:xfrm rot="16200000">
                <a:off x="7938416" y="2008365"/>
                <a:ext cx="396164" cy="483620"/>
              </a:xfrm>
              <a:prstGeom prst="flowChartOffpageConnector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3" name="Freeform: Shape 171">
                <a:extLst>
                  <a:ext uri="{FF2B5EF4-FFF2-40B4-BE49-F238E27FC236}">
                    <a16:creationId xmlns:a16="http://schemas.microsoft.com/office/drawing/2014/main" id="{275489EA-F8A5-4978-B44B-7D9F2BD5AD62}"/>
                  </a:ext>
                </a:extLst>
              </p:cNvPr>
              <p:cNvSpPr/>
              <p:nvPr/>
            </p:nvSpPr>
            <p:spPr>
              <a:xfrm rot="18956483">
                <a:off x="7744772" y="1997363"/>
                <a:ext cx="553525" cy="382739"/>
              </a:xfrm>
              <a:custGeom>
                <a:avLst/>
                <a:gdLst>
                  <a:gd name="connsiteX0" fmla="*/ 275490 w 553525"/>
                  <a:gd name="connsiteY0" fmla="*/ 0 h 382739"/>
                  <a:gd name="connsiteX1" fmla="*/ 553525 w 553525"/>
                  <a:gd name="connsiteY1" fmla="*/ 269045 h 382739"/>
                  <a:gd name="connsiteX2" fmla="*/ 540502 w 553525"/>
                  <a:gd name="connsiteY2" fmla="*/ 309049 h 382739"/>
                  <a:gd name="connsiteX3" fmla="*/ 485290 w 553525"/>
                  <a:gd name="connsiteY3" fmla="*/ 339596 h 382739"/>
                  <a:gd name="connsiteX4" fmla="*/ 274656 w 553525"/>
                  <a:gd name="connsiteY4" fmla="*/ 382739 h 382739"/>
                  <a:gd name="connsiteX5" fmla="*/ 64022 w 553525"/>
                  <a:gd name="connsiteY5" fmla="*/ 339596 h 382739"/>
                  <a:gd name="connsiteX6" fmla="*/ 47011 w 553525"/>
                  <a:gd name="connsiteY6" fmla="*/ 330185 h 382739"/>
                  <a:gd name="connsiteX7" fmla="*/ 0 w 553525"/>
                  <a:gd name="connsiteY7" fmla="*/ 284695 h 382739"/>
                  <a:gd name="connsiteX8" fmla="*/ 275490 w 553525"/>
                  <a:gd name="connsiteY8" fmla="*/ 0 h 382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53525" h="382739">
                    <a:moveTo>
                      <a:pt x="275490" y="0"/>
                    </a:moveTo>
                    <a:lnTo>
                      <a:pt x="553525" y="269045"/>
                    </a:lnTo>
                    <a:lnTo>
                      <a:pt x="540502" y="309049"/>
                    </a:lnTo>
                    <a:lnTo>
                      <a:pt x="485290" y="339596"/>
                    </a:lnTo>
                    <a:cubicBezTo>
                      <a:pt x="425163" y="366834"/>
                      <a:pt x="352680" y="382739"/>
                      <a:pt x="274656" y="382739"/>
                    </a:cubicBezTo>
                    <a:cubicBezTo>
                      <a:pt x="196632" y="382739"/>
                      <a:pt x="124148" y="366834"/>
                      <a:pt x="64022" y="339596"/>
                    </a:cubicBezTo>
                    <a:lnTo>
                      <a:pt x="47011" y="330185"/>
                    </a:lnTo>
                    <a:lnTo>
                      <a:pt x="0" y="284695"/>
                    </a:lnTo>
                    <a:lnTo>
                      <a:pt x="275490" y="0"/>
                    </a:lnTo>
                    <a:close/>
                  </a:path>
                </a:pathLst>
              </a:custGeom>
              <a:gradFill>
                <a:gsLst>
                  <a:gs pos="100000">
                    <a:schemeClr val="bg1">
                      <a:alpha val="53000"/>
                    </a:schemeClr>
                  </a:gs>
                  <a:gs pos="3000">
                    <a:schemeClr val="bg1">
                      <a:alpha val="0"/>
                    </a:schemeClr>
                  </a:gs>
                </a:gsLst>
                <a:lin ang="108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4" name="Rectangle 203">
                <a:extLst>
                  <a:ext uri="{FF2B5EF4-FFF2-40B4-BE49-F238E27FC236}">
                    <a16:creationId xmlns:a16="http://schemas.microsoft.com/office/drawing/2014/main" id="{1E4C38F2-64C7-4F80-B1AF-A7BA47A6D021}"/>
                  </a:ext>
                </a:extLst>
              </p:cNvPr>
              <p:cNvSpPr/>
              <p:nvPr/>
            </p:nvSpPr>
            <p:spPr>
              <a:xfrm>
                <a:off x="7780582" y="2052083"/>
                <a:ext cx="62282" cy="390629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05" name="TextBox 204">
                <a:extLst>
                  <a:ext uri="{FF2B5EF4-FFF2-40B4-BE49-F238E27FC236}">
                    <a16:creationId xmlns:a16="http://schemas.microsoft.com/office/drawing/2014/main" id="{9D365AB8-04FE-4ACD-8D39-AC2A3395BEEC}"/>
                  </a:ext>
                </a:extLst>
              </p:cNvPr>
              <p:cNvSpPr txBox="1"/>
              <p:nvPr/>
            </p:nvSpPr>
            <p:spPr>
              <a:xfrm>
                <a:off x="7972240" y="2127875"/>
                <a:ext cx="311482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lstStyle/>
              <a:p>
                <a:pPr algn="ctr"/>
                <a:r>
                  <a:rPr lang="id-ID" b="1" dirty="0">
                    <a:solidFill>
                      <a:schemeClr val="bg1"/>
                    </a:solidFill>
                  </a:rPr>
                  <a:t>2.</a:t>
                </a:r>
                <a:endParaRPr lang="en-US" b="1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63" name="Group 162">
              <a:extLst>
                <a:ext uri="{FF2B5EF4-FFF2-40B4-BE49-F238E27FC236}">
                  <a16:creationId xmlns:a16="http://schemas.microsoft.com/office/drawing/2014/main" id="{1B0179B8-3F1A-49E0-B8DE-63400BC124C4}"/>
                </a:ext>
              </a:extLst>
            </p:cNvPr>
            <p:cNvGrpSpPr/>
            <p:nvPr/>
          </p:nvGrpSpPr>
          <p:grpSpPr>
            <a:xfrm>
              <a:off x="7744772" y="2801491"/>
              <a:ext cx="633536" cy="450894"/>
              <a:chOff x="7235832" y="2777896"/>
              <a:chExt cx="633536" cy="450894"/>
            </a:xfrm>
          </p:grpSpPr>
          <p:sp>
            <p:nvSpPr>
              <p:cNvPr id="198" name="Flowchart: Off-page Connector 197">
                <a:extLst>
                  <a:ext uri="{FF2B5EF4-FFF2-40B4-BE49-F238E27FC236}">
                    <a16:creationId xmlns:a16="http://schemas.microsoft.com/office/drawing/2014/main" id="{778326E2-4348-407D-8D78-D3F9B69CE945}"/>
                  </a:ext>
                </a:extLst>
              </p:cNvPr>
              <p:cNvSpPr/>
              <p:nvPr/>
            </p:nvSpPr>
            <p:spPr>
              <a:xfrm rot="16200000">
                <a:off x="7429476" y="2788898"/>
                <a:ext cx="396164" cy="483620"/>
              </a:xfrm>
              <a:prstGeom prst="flowChartOffpageConnector">
                <a:avLst/>
              </a:prstGeom>
              <a:solidFill>
                <a:srgbClr val="00B0F0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9" name="Freeform: Shape 179">
                <a:extLst>
                  <a:ext uri="{FF2B5EF4-FFF2-40B4-BE49-F238E27FC236}">
                    <a16:creationId xmlns:a16="http://schemas.microsoft.com/office/drawing/2014/main" id="{B86656EF-5407-44AC-AD65-DD66B53E881E}"/>
                  </a:ext>
                </a:extLst>
              </p:cNvPr>
              <p:cNvSpPr/>
              <p:nvPr/>
            </p:nvSpPr>
            <p:spPr>
              <a:xfrm rot="18956483">
                <a:off x="7235832" y="2777896"/>
                <a:ext cx="553525" cy="382739"/>
              </a:xfrm>
              <a:custGeom>
                <a:avLst/>
                <a:gdLst>
                  <a:gd name="connsiteX0" fmla="*/ 275490 w 553525"/>
                  <a:gd name="connsiteY0" fmla="*/ 0 h 382739"/>
                  <a:gd name="connsiteX1" fmla="*/ 553525 w 553525"/>
                  <a:gd name="connsiteY1" fmla="*/ 269045 h 382739"/>
                  <a:gd name="connsiteX2" fmla="*/ 540502 w 553525"/>
                  <a:gd name="connsiteY2" fmla="*/ 309049 h 382739"/>
                  <a:gd name="connsiteX3" fmla="*/ 485290 w 553525"/>
                  <a:gd name="connsiteY3" fmla="*/ 339596 h 382739"/>
                  <a:gd name="connsiteX4" fmla="*/ 274656 w 553525"/>
                  <a:gd name="connsiteY4" fmla="*/ 382739 h 382739"/>
                  <a:gd name="connsiteX5" fmla="*/ 64022 w 553525"/>
                  <a:gd name="connsiteY5" fmla="*/ 339596 h 382739"/>
                  <a:gd name="connsiteX6" fmla="*/ 47011 w 553525"/>
                  <a:gd name="connsiteY6" fmla="*/ 330185 h 382739"/>
                  <a:gd name="connsiteX7" fmla="*/ 0 w 553525"/>
                  <a:gd name="connsiteY7" fmla="*/ 284695 h 382739"/>
                  <a:gd name="connsiteX8" fmla="*/ 275490 w 553525"/>
                  <a:gd name="connsiteY8" fmla="*/ 0 h 382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53525" h="382739">
                    <a:moveTo>
                      <a:pt x="275490" y="0"/>
                    </a:moveTo>
                    <a:lnTo>
                      <a:pt x="553525" y="269045"/>
                    </a:lnTo>
                    <a:lnTo>
                      <a:pt x="540502" y="309049"/>
                    </a:lnTo>
                    <a:lnTo>
                      <a:pt x="485290" y="339596"/>
                    </a:lnTo>
                    <a:cubicBezTo>
                      <a:pt x="425163" y="366834"/>
                      <a:pt x="352680" y="382739"/>
                      <a:pt x="274656" y="382739"/>
                    </a:cubicBezTo>
                    <a:cubicBezTo>
                      <a:pt x="196632" y="382739"/>
                      <a:pt x="124148" y="366834"/>
                      <a:pt x="64022" y="339596"/>
                    </a:cubicBezTo>
                    <a:lnTo>
                      <a:pt x="47011" y="330185"/>
                    </a:lnTo>
                    <a:lnTo>
                      <a:pt x="0" y="284695"/>
                    </a:lnTo>
                    <a:lnTo>
                      <a:pt x="275490" y="0"/>
                    </a:lnTo>
                    <a:close/>
                  </a:path>
                </a:pathLst>
              </a:custGeom>
              <a:gradFill>
                <a:gsLst>
                  <a:gs pos="100000">
                    <a:schemeClr val="bg1">
                      <a:alpha val="53000"/>
                    </a:schemeClr>
                  </a:gs>
                  <a:gs pos="3000">
                    <a:schemeClr val="bg1">
                      <a:alpha val="0"/>
                    </a:schemeClr>
                  </a:gs>
                </a:gsLst>
                <a:lin ang="108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0" name="Rectangle 199">
                <a:extLst>
                  <a:ext uri="{FF2B5EF4-FFF2-40B4-BE49-F238E27FC236}">
                    <a16:creationId xmlns:a16="http://schemas.microsoft.com/office/drawing/2014/main" id="{815E0144-335C-4A49-B0CD-804EC01E849E}"/>
                  </a:ext>
                </a:extLst>
              </p:cNvPr>
              <p:cNvSpPr/>
              <p:nvPr/>
            </p:nvSpPr>
            <p:spPr>
              <a:xfrm>
                <a:off x="7271642" y="2832616"/>
                <a:ext cx="62282" cy="390629"/>
              </a:xfrm>
              <a:prstGeom prst="rect">
                <a:avLst/>
              </a:prstGeom>
              <a:solidFill>
                <a:srgbClr val="00B0F0"/>
              </a:solidFill>
              <a:ln>
                <a:noFill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01" name="TextBox 200">
                <a:extLst>
                  <a:ext uri="{FF2B5EF4-FFF2-40B4-BE49-F238E27FC236}">
                    <a16:creationId xmlns:a16="http://schemas.microsoft.com/office/drawing/2014/main" id="{2CD6B91D-D1C3-468B-B02B-85E1C294FB47}"/>
                  </a:ext>
                </a:extLst>
              </p:cNvPr>
              <p:cNvSpPr txBox="1"/>
              <p:nvPr/>
            </p:nvSpPr>
            <p:spPr>
              <a:xfrm>
                <a:off x="7463300" y="2908408"/>
                <a:ext cx="311482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lstStyle/>
              <a:p>
                <a:pPr algn="ctr"/>
                <a:r>
                  <a:rPr lang="id-ID" b="1" dirty="0">
                    <a:solidFill>
                      <a:schemeClr val="bg1"/>
                    </a:solidFill>
                  </a:rPr>
                  <a:t>3.</a:t>
                </a:r>
                <a:endParaRPr lang="en-US" b="1" dirty="0">
                  <a:solidFill>
                    <a:schemeClr val="bg1"/>
                  </a:solidFill>
                </a:endParaRPr>
              </a:p>
            </p:txBody>
          </p:sp>
        </p:grpSp>
        <p:cxnSp>
          <p:nvCxnSpPr>
            <p:cNvPr id="166" name="Straight Connector 165">
              <a:extLst>
                <a:ext uri="{FF2B5EF4-FFF2-40B4-BE49-F238E27FC236}">
                  <a16:creationId xmlns:a16="http://schemas.microsoft.com/office/drawing/2014/main" id="{5C00A47D-1F0F-4D62-8A69-E74AE618344C}"/>
                </a:ext>
              </a:extLst>
            </p:cNvPr>
            <p:cNvCxnSpPr/>
            <p:nvPr/>
          </p:nvCxnSpPr>
          <p:spPr>
            <a:xfrm>
              <a:off x="7744772" y="3429002"/>
              <a:ext cx="3218752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7" name="Group 166">
              <a:extLst>
                <a:ext uri="{FF2B5EF4-FFF2-40B4-BE49-F238E27FC236}">
                  <a16:creationId xmlns:a16="http://schemas.microsoft.com/office/drawing/2014/main" id="{F134E957-D53C-4997-B820-B5B3B174F8A6}"/>
                </a:ext>
              </a:extLst>
            </p:cNvPr>
            <p:cNvGrpSpPr/>
            <p:nvPr/>
          </p:nvGrpSpPr>
          <p:grpSpPr>
            <a:xfrm>
              <a:off x="7744772" y="3605619"/>
              <a:ext cx="633536" cy="450894"/>
              <a:chOff x="7235832" y="3582024"/>
              <a:chExt cx="633536" cy="450894"/>
            </a:xfrm>
          </p:grpSpPr>
          <p:sp>
            <p:nvSpPr>
              <p:cNvPr id="194" name="Flowchart: Off-page Connector 193">
                <a:extLst>
                  <a:ext uri="{FF2B5EF4-FFF2-40B4-BE49-F238E27FC236}">
                    <a16:creationId xmlns:a16="http://schemas.microsoft.com/office/drawing/2014/main" id="{54E8A7A4-67E6-4B41-98BA-0B6887B13B1C}"/>
                  </a:ext>
                </a:extLst>
              </p:cNvPr>
              <p:cNvSpPr/>
              <p:nvPr/>
            </p:nvSpPr>
            <p:spPr>
              <a:xfrm rot="16200000">
                <a:off x="7429476" y="3593026"/>
                <a:ext cx="396164" cy="483620"/>
              </a:xfrm>
              <a:prstGeom prst="flowChartOffpageConnector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5" name="Freeform: Shape 187">
                <a:extLst>
                  <a:ext uri="{FF2B5EF4-FFF2-40B4-BE49-F238E27FC236}">
                    <a16:creationId xmlns:a16="http://schemas.microsoft.com/office/drawing/2014/main" id="{8D327819-2200-45A2-9EAE-9944D8C25176}"/>
                  </a:ext>
                </a:extLst>
              </p:cNvPr>
              <p:cNvSpPr/>
              <p:nvPr/>
            </p:nvSpPr>
            <p:spPr>
              <a:xfrm rot="18956483">
                <a:off x="7235832" y="3582024"/>
                <a:ext cx="553525" cy="382739"/>
              </a:xfrm>
              <a:custGeom>
                <a:avLst/>
                <a:gdLst>
                  <a:gd name="connsiteX0" fmla="*/ 275490 w 553525"/>
                  <a:gd name="connsiteY0" fmla="*/ 0 h 382739"/>
                  <a:gd name="connsiteX1" fmla="*/ 553525 w 553525"/>
                  <a:gd name="connsiteY1" fmla="*/ 269045 h 382739"/>
                  <a:gd name="connsiteX2" fmla="*/ 540502 w 553525"/>
                  <a:gd name="connsiteY2" fmla="*/ 309049 h 382739"/>
                  <a:gd name="connsiteX3" fmla="*/ 485290 w 553525"/>
                  <a:gd name="connsiteY3" fmla="*/ 339596 h 382739"/>
                  <a:gd name="connsiteX4" fmla="*/ 274656 w 553525"/>
                  <a:gd name="connsiteY4" fmla="*/ 382739 h 382739"/>
                  <a:gd name="connsiteX5" fmla="*/ 64022 w 553525"/>
                  <a:gd name="connsiteY5" fmla="*/ 339596 h 382739"/>
                  <a:gd name="connsiteX6" fmla="*/ 47011 w 553525"/>
                  <a:gd name="connsiteY6" fmla="*/ 330185 h 382739"/>
                  <a:gd name="connsiteX7" fmla="*/ 0 w 553525"/>
                  <a:gd name="connsiteY7" fmla="*/ 284695 h 382739"/>
                  <a:gd name="connsiteX8" fmla="*/ 275490 w 553525"/>
                  <a:gd name="connsiteY8" fmla="*/ 0 h 382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53525" h="382739">
                    <a:moveTo>
                      <a:pt x="275490" y="0"/>
                    </a:moveTo>
                    <a:lnTo>
                      <a:pt x="553525" y="269045"/>
                    </a:lnTo>
                    <a:lnTo>
                      <a:pt x="540502" y="309049"/>
                    </a:lnTo>
                    <a:lnTo>
                      <a:pt x="485290" y="339596"/>
                    </a:lnTo>
                    <a:cubicBezTo>
                      <a:pt x="425163" y="366834"/>
                      <a:pt x="352680" y="382739"/>
                      <a:pt x="274656" y="382739"/>
                    </a:cubicBezTo>
                    <a:cubicBezTo>
                      <a:pt x="196632" y="382739"/>
                      <a:pt x="124148" y="366834"/>
                      <a:pt x="64022" y="339596"/>
                    </a:cubicBezTo>
                    <a:lnTo>
                      <a:pt x="47011" y="330185"/>
                    </a:lnTo>
                    <a:lnTo>
                      <a:pt x="0" y="284695"/>
                    </a:lnTo>
                    <a:lnTo>
                      <a:pt x="275490" y="0"/>
                    </a:lnTo>
                    <a:close/>
                  </a:path>
                </a:pathLst>
              </a:custGeom>
              <a:gradFill>
                <a:gsLst>
                  <a:gs pos="100000">
                    <a:schemeClr val="bg1">
                      <a:alpha val="53000"/>
                    </a:schemeClr>
                  </a:gs>
                  <a:gs pos="3000">
                    <a:schemeClr val="bg1">
                      <a:alpha val="0"/>
                    </a:schemeClr>
                  </a:gs>
                </a:gsLst>
                <a:lin ang="108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6" name="Rectangle 195">
                <a:extLst>
                  <a:ext uri="{FF2B5EF4-FFF2-40B4-BE49-F238E27FC236}">
                    <a16:creationId xmlns:a16="http://schemas.microsoft.com/office/drawing/2014/main" id="{D06C97F8-AE33-41BE-AD21-95767C92F497}"/>
                  </a:ext>
                </a:extLst>
              </p:cNvPr>
              <p:cNvSpPr/>
              <p:nvPr/>
            </p:nvSpPr>
            <p:spPr>
              <a:xfrm>
                <a:off x="7271642" y="3636744"/>
                <a:ext cx="62282" cy="390629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97" name="TextBox 196">
                <a:extLst>
                  <a:ext uri="{FF2B5EF4-FFF2-40B4-BE49-F238E27FC236}">
                    <a16:creationId xmlns:a16="http://schemas.microsoft.com/office/drawing/2014/main" id="{03346DB9-6F0A-4FF6-8781-69E826D6455E}"/>
                  </a:ext>
                </a:extLst>
              </p:cNvPr>
              <p:cNvSpPr txBox="1"/>
              <p:nvPr/>
            </p:nvSpPr>
            <p:spPr>
              <a:xfrm>
                <a:off x="7463300" y="3712536"/>
                <a:ext cx="311482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lstStyle/>
              <a:p>
                <a:pPr algn="ctr"/>
                <a:r>
                  <a:rPr lang="id-ID" b="1" dirty="0">
                    <a:solidFill>
                      <a:schemeClr val="bg1"/>
                    </a:solidFill>
                  </a:rPr>
                  <a:t>4.</a:t>
                </a:r>
                <a:endParaRPr lang="en-US" b="1" dirty="0">
                  <a:solidFill>
                    <a:schemeClr val="bg1"/>
                  </a:solidFill>
                </a:endParaRPr>
              </a:p>
            </p:txBody>
          </p:sp>
        </p:grpSp>
        <p:cxnSp>
          <p:nvCxnSpPr>
            <p:cNvPr id="168" name="Straight Connector 167">
              <a:extLst>
                <a:ext uri="{FF2B5EF4-FFF2-40B4-BE49-F238E27FC236}">
                  <a16:creationId xmlns:a16="http://schemas.microsoft.com/office/drawing/2014/main" id="{CC6596AC-1784-4A18-B31B-6F93E8CB464F}"/>
                </a:ext>
              </a:extLst>
            </p:cNvPr>
            <p:cNvCxnSpPr/>
            <p:nvPr/>
          </p:nvCxnSpPr>
          <p:spPr>
            <a:xfrm>
              <a:off x="7744772" y="5037258"/>
              <a:ext cx="3218752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9" name="Group 168">
              <a:extLst>
                <a:ext uri="{FF2B5EF4-FFF2-40B4-BE49-F238E27FC236}">
                  <a16:creationId xmlns:a16="http://schemas.microsoft.com/office/drawing/2014/main" id="{BD6EFF9E-87EB-4A73-87BD-2BB889ECFAC4}"/>
                </a:ext>
              </a:extLst>
            </p:cNvPr>
            <p:cNvGrpSpPr/>
            <p:nvPr/>
          </p:nvGrpSpPr>
          <p:grpSpPr>
            <a:xfrm>
              <a:off x="7744772" y="4409747"/>
              <a:ext cx="633536" cy="450894"/>
              <a:chOff x="7235832" y="3582024"/>
              <a:chExt cx="633536" cy="450894"/>
            </a:xfrm>
          </p:grpSpPr>
          <p:sp>
            <p:nvSpPr>
              <p:cNvPr id="190" name="Flowchart: Off-page Connector 189">
                <a:extLst>
                  <a:ext uri="{FF2B5EF4-FFF2-40B4-BE49-F238E27FC236}">
                    <a16:creationId xmlns:a16="http://schemas.microsoft.com/office/drawing/2014/main" id="{7788BEFF-3182-42C1-8E15-56476AB6E73A}"/>
                  </a:ext>
                </a:extLst>
              </p:cNvPr>
              <p:cNvSpPr/>
              <p:nvPr/>
            </p:nvSpPr>
            <p:spPr>
              <a:xfrm rot="16200000">
                <a:off x="7429476" y="3593026"/>
                <a:ext cx="396164" cy="483620"/>
              </a:xfrm>
              <a:prstGeom prst="flowChartOffpageConnector">
                <a:avLst/>
              </a:prstGeom>
              <a:solidFill>
                <a:schemeClr val="accent3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1" name="Freeform: Shape 219">
                <a:extLst>
                  <a:ext uri="{FF2B5EF4-FFF2-40B4-BE49-F238E27FC236}">
                    <a16:creationId xmlns:a16="http://schemas.microsoft.com/office/drawing/2014/main" id="{E3DC9FE4-3B85-4C1D-A2C4-6C343FF6B326}"/>
                  </a:ext>
                </a:extLst>
              </p:cNvPr>
              <p:cNvSpPr/>
              <p:nvPr/>
            </p:nvSpPr>
            <p:spPr>
              <a:xfrm rot="18956483">
                <a:off x="7235832" y="3582024"/>
                <a:ext cx="553525" cy="382739"/>
              </a:xfrm>
              <a:custGeom>
                <a:avLst/>
                <a:gdLst>
                  <a:gd name="connsiteX0" fmla="*/ 275490 w 553525"/>
                  <a:gd name="connsiteY0" fmla="*/ 0 h 382739"/>
                  <a:gd name="connsiteX1" fmla="*/ 553525 w 553525"/>
                  <a:gd name="connsiteY1" fmla="*/ 269045 h 382739"/>
                  <a:gd name="connsiteX2" fmla="*/ 540502 w 553525"/>
                  <a:gd name="connsiteY2" fmla="*/ 309049 h 382739"/>
                  <a:gd name="connsiteX3" fmla="*/ 485290 w 553525"/>
                  <a:gd name="connsiteY3" fmla="*/ 339596 h 382739"/>
                  <a:gd name="connsiteX4" fmla="*/ 274656 w 553525"/>
                  <a:gd name="connsiteY4" fmla="*/ 382739 h 382739"/>
                  <a:gd name="connsiteX5" fmla="*/ 64022 w 553525"/>
                  <a:gd name="connsiteY5" fmla="*/ 339596 h 382739"/>
                  <a:gd name="connsiteX6" fmla="*/ 47011 w 553525"/>
                  <a:gd name="connsiteY6" fmla="*/ 330185 h 382739"/>
                  <a:gd name="connsiteX7" fmla="*/ 0 w 553525"/>
                  <a:gd name="connsiteY7" fmla="*/ 284695 h 382739"/>
                  <a:gd name="connsiteX8" fmla="*/ 275490 w 553525"/>
                  <a:gd name="connsiteY8" fmla="*/ 0 h 382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53525" h="382739">
                    <a:moveTo>
                      <a:pt x="275490" y="0"/>
                    </a:moveTo>
                    <a:lnTo>
                      <a:pt x="553525" y="269045"/>
                    </a:lnTo>
                    <a:lnTo>
                      <a:pt x="540502" y="309049"/>
                    </a:lnTo>
                    <a:lnTo>
                      <a:pt x="485290" y="339596"/>
                    </a:lnTo>
                    <a:cubicBezTo>
                      <a:pt x="425163" y="366834"/>
                      <a:pt x="352680" y="382739"/>
                      <a:pt x="274656" y="382739"/>
                    </a:cubicBezTo>
                    <a:cubicBezTo>
                      <a:pt x="196632" y="382739"/>
                      <a:pt x="124148" y="366834"/>
                      <a:pt x="64022" y="339596"/>
                    </a:cubicBezTo>
                    <a:lnTo>
                      <a:pt x="47011" y="330185"/>
                    </a:lnTo>
                    <a:lnTo>
                      <a:pt x="0" y="284695"/>
                    </a:lnTo>
                    <a:lnTo>
                      <a:pt x="275490" y="0"/>
                    </a:lnTo>
                    <a:close/>
                  </a:path>
                </a:pathLst>
              </a:custGeom>
              <a:gradFill>
                <a:gsLst>
                  <a:gs pos="100000">
                    <a:schemeClr val="bg1">
                      <a:alpha val="53000"/>
                    </a:schemeClr>
                  </a:gs>
                  <a:gs pos="3000">
                    <a:schemeClr val="bg1">
                      <a:alpha val="0"/>
                    </a:schemeClr>
                  </a:gs>
                </a:gsLst>
                <a:lin ang="108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2" name="Rectangle 191">
                <a:extLst>
                  <a:ext uri="{FF2B5EF4-FFF2-40B4-BE49-F238E27FC236}">
                    <a16:creationId xmlns:a16="http://schemas.microsoft.com/office/drawing/2014/main" id="{6CC3C4B3-9CFB-4F91-ABEA-3F60622DCE9B}"/>
                  </a:ext>
                </a:extLst>
              </p:cNvPr>
              <p:cNvSpPr/>
              <p:nvPr/>
            </p:nvSpPr>
            <p:spPr>
              <a:xfrm>
                <a:off x="7271642" y="3636744"/>
                <a:ext cx="62282" cy="390629"/>
              </a:xfrm>
              <a:prstGeom prst="rect">
                <a:avLst/>
              </a:prstGeom>
              <a:solidFill>
                <a:schemeClr val="accent3">
                  <a:lumMod val="75000"/>
                </a:schemeClr>
              </a:solidFill>
              <a:ln>
                <a:noFill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93" name="TextBox 192">
                <a:extLst>
                  <a:ext uri="{FF2B5EF4-FFF2-40B4-BE49-F238E27FC236}">
                    <a16:creationId xmlns:a16="http://schemas.microsoft.com/office/drawing/2014/main" id="{85250AD8-52B4-46E0-8511-2DE70CB92D5D}"/>
                  </a:ext>
                </a:extLst>
              </p:cNvPr>
              <p:cNvSpPr txBox="1"/>
              <p:nvPr/>
            </p:nvSpPr>
            <p:spPr>
              <a:xfrm>
                <a:off x="7463300" y="3712536"/>
                <a:ext cx="311482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lstStyle/>
              <a:p>
                <a:pPr algn="ctr"/>
                <a:r>
                  <a:rPr lang="id-ID" b="1" dirty="0">
                    <a:solidFill>
                      <a:schemeClr val="bg1"/>
                    </a:solidFill>
                  </a:rPr>
                  <a:t>5.</a:t>
                </a:r>
                <a:endParaRPr lang="en-US" b="1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70" name="Rectangle 169">
              <a:extLst>
                <a:ext uri="{FF2B5EF4-FFF2-40B4-BE49-F238E27FC236}">
                  <a16:creationId xmlns:a16="http://schemas.microsoft.com/office/drawing/2014/main" id="{07B209F2-8D98-486E-A6AD-E9B141F82479}"/>
                </a:ext>
              </a:extLst>
            </p:cNvPr>
            <p:cNvSpPr/>
            <p:nvPr/>
          </p:nvSpPr>
          <p:spPr>
            <a:xfrm>
              <a:off x="8545161" y="2881838"/>
              <a:ext cx="7397672" cy="369332"/>
            </a:xfrm>
            <a:prstGeom prst="rect">
              <a:avLst/>
            </a:prstGeom>
          </p:spPr>
          <p:txBody>
            <a:bodyPr wrap="square" lIns="0" tIns="0" rIns="0" bIns="0" anchor="ctr">
              <a:spAutoFit/>
            </a:bodyPr>
            <a:lstStyle/>
            <a:p>
              <a:r>
                <a:rPr lang="en-US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 Black" panose="020B0A04020102020204" pitchFamily="34" charset="0"/>
                </a:rPr>
                <a:t>Prepare</a:t>
              </a:r>
              <a:r>
                <a:rPr lang="en-US" sz="2400" dirty="0"/>
                <a:t> </a:t>
              </a:r>
              <a:r>
                <a:rPr lang="en-US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 Black" panose="020B0A04020102020204" pitchFamily="34" charset="0"/>
                </a:rPr>
                <a:t>environment</a:t>
              </a:r>
            </a:p>
          </p:txBody>
        </p:sp>
        <p:sp>
          <p:nvSpPr>
            <p:cNvPr id="171" name="Rectangle 170">
              <a:extLst>
                <a:ext uri="{FF2B5EF4-FFF2-40B4-BE49-F238E27FC236}">
                  <a16:creationId xmlns:a16="http://schemas.microsoft.com/office/drawing/2014/main" id="{EF080C9C-071A-4621-817C-FA84184B4B43}"/>
                </a:ext>
              </a:extLst>
            </p:cNvPr>
            <p:cNvSpPr/>
            <p:nvPr/>
          </p:nvSpPr>
          <p:spPr>
            <a:xfrm>
              <a:off x="8545161" y="3667176"/>
              <a:ext cx="7397672" cy="369332"/>
            </a:xfrm>
            <a:prstGeom prst="rect">
              <a:avLst/>
            </a:prstGeom>
          </p:spPr>
          <p:txBody>
            <a:bodyPr wrap="square" lIns="0" tIns="0" rIns="0" bIns="0" anchor="ctr">
              <a:spAutoFit/>
            </a:bodyPr>
            <a:lstStyle/>
            <a:p>
              <a:r>
                <a:rPr lang="en-US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 Black" panose="020B0A04020102020204" pitchFamily="34" charset="0"/>
                </a:rPr>
                <a:t>Create</a:t>
              </a:r>
              <a:r>
                <a:rPr kumimoji="1" lang="en-US" sz="2400" dirty="0"/>
                <a:t> </a:t>
              </a:r>
              <a:r>
                <a:rPr lang="en-US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 Black" panose="020B0A04020102020204" pitchFamily="34" charset="0"/>
                </a:rPr>
                <a:t>and</a:t>
              </a:r>
              <a:r>
                <a:rPr kumimoji="1" lang="en-US" sz="2400" dirty="0"/>
                <a:t> </a:t>
              </a:r>
              <a:r>
                <a:rPr lang="en-US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 Black" panose="020B0A04020102020204" pitchFamily="34" charset="0"/>
                </a:rPr>
                <a:t>Run</a:t>
              </a:r>
              <a:r>
                <a:rPr kumimoji="1" lang="en-US" sz="2400" dirty="0"/>
                <a:t> </a:t>
              </a:r>
              <a:r>
                <a:rPr lang="en-US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 Black" panose="020B0A04020102020204" pitchFamily="34" charset="0"/>
                </a:rPr>
                <a:t>an</a:t>
              </a:r>
              <a:r>
                <a:rPr kumimoji="1" lang="en-US" sz="2400" dirty="0"/>
                <a:t> </a:t>
              </a:r>
              <a:r>
                <a:rPr lang="en-US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 Black" panose="020B0A04020102020204" pitchFamily="34" charset="0"/>
                </a:rPr>
                <a:t>Android</a:t>
              </a:r>
              <a:r>
                <a:rPr kumimoji="1" lang="en-US" sz="2400" dirty="0"/>
                <a:t> </a:t>
              </a:r>
              <a:r>
                <a:rPr lang="en-US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 Black" panose="020B0A04020102020204" pitchFamily="34" charset="0"/>
                </a:rPr>
                <a:t>app</a:t>
              </a:r>
            </a:p>
          </p:txBody>
        </p:sp>
        <p:sp>
          <p:nvSpPr>
            <p:cNvPr id="189" name="Rectangle 188">
              <a:extLst>
                <a:ext uri="{FF2B5EF4-FFF2-40B4-BE49-F238E27FC236}">
                  <a16:creationId xmlns:a16="http://schemas.microsoft.com/office/drawing/2014/main" id="{22B3459C-1FAF-4FE4-A730-427AEB960745}"/>
                </a:ext>
              </a:extLst>
            </p:cNvPr>
            <p:cNvSpPr/>
            <p:nvPr/>
          </p:nvSpPr>
          <p:spPr>
            <a:xfrm>
              <a:off x="8545161" y="4473280"/>
              <a:ext cx="7397672" cy="369332"/>
            </a:xfrm>
            <a:prstGeom prst="rect">
              <a:avLst/>
            </a:prstGeom>
          </p:spPr>
          <p:txBody>
            <a:bodyPr wrap="square" lIns="0" tIns="0" rIns="0" bIns="0" anchor="ctr">
              <a:spAutoFit/>
            </a:bodyPr>
            <a:lstStyle/>
            <a:p>
              <a:r>
                <a:rPr lang="en-US" altLang="en-US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 Black" panose="020B0A04020102020204" pitchFamily="34" charset="0"/>
                </a:rPr>
                <a:t>USB</a:t>
              </a:r>
              <a:r>
                <a:rPr lang="en-US" altLang="en-US" sz="2400" dirty="0"/>
                <a:t> </a:t>
              </a:r>
              <a:r>
                <a:rPr lang="en-US" altLang="en-US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 Black" panose="020B0A04020102020204" pitchFamily="34" charset="0"/>
                </a:rPr>
                <a:t>Debugging</a:t>
              </a:r>
              <a:endPara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931394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043F6-4AAB-41F8-A27F-F80078A20D2B}" type="slidenum">
              <a:rPr lang="en-US" smtClean="0"/>
              <a:t>3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Android Architecture</a:t>
            </a: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901329" y="6320400"/>
            <a:ext cx="6071471" cy="365125"/>
          </a:xfrm>
        </p:spPr>
        <p:txBody>
          <a:bodyPr/>
          <a:lstStyle/>
          <a:p>
            <a:r>
              <a:rPr lang="en-US" dirty="0"/>
              <a:t>09e-BM/DT/FSOFT - @FPT SOFTWARE - FPT Software Academy - Internal Use</a:t>
            </a:r>
          </a:p>
        </p:txBody>
      </p:sp>
    </p:spTree>
    <p:extLst>
      <p:ext uri="{BB962C8B-B14F-4D97-AF65-F5344CB8AC3E}">
        <p14:creationId xmlns:p14="http://schemas.microsoft.com/office/powerpoint/2010/main" val="18993449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Architecture Android</a:t>
            </a:r>
          </a:p>
        </p:txBody>
      </p:sp>
      <p:sp>
        <p:nvSpPr>
          <p:cNvPr id="39" name="Slide Number Placeholder 3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043F6-4AAB-41F8-A27F-F80078A20D2B}" type="slidenum">
              <a:rPr lang="en-US" smtClean="0"/>
              <a:t>4</a:t>
            </a:fld>
            <a:endParaRPr lang="en-US"/>
          </a:p>
        </p:txBody>
      </p:sp>
      <p:pic>
        <p:nvPicPr>
          <p:cNvPr id="18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1437" y="1392254"/>
            <a:ext cx="9366422" cy="45283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901329" y="6320400"/>
            <a:ext cx="6071471" cy="365125"/>
          </a:xfrm>
        </p:spPr>
        <p:txBody>
          <a:bodyPr/>
          <a:lstStyle/>
          <a:p>
            <a:r>
              <a:rPr lang="en-US" dirty="0"/>
              <a:t>09e-BM/DT/FSOFT - @FPT SOFTWARE - FPT Software Academy - Internal Use</a:t>
            </a:r>
          </a:p>
        </p:txBody>
      </p:sp>
    </p:spTree>
    <p:extLst>
      <p:ext uri="{BB962C8B-B14F-4D97-AF65-F5344CB8AC3E}">
        <p14:creationId xmlns:p14="http://schemas.microsoft.com/office/powerpoint/2010/main" val="3081576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ea typeface="Gulim" pitchFamily="34" charset="-127"/>
              </a:rPr>
              <a:t>Android S/W Stack - Application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>
                <a:ea typeface="Gulim" pitchFamily="34" charset="-127"/>
              </a:rPr>
              <a:t>Android provides a set of core applications:</a:t>
            </a:r>
          </a:p>
          <a:p>
            <a:pPr lvl="1"/>
            <a:r>
              <a:rPr lang="en-US" altLang="ko-KR" sz="1800" dirty="0">
                <a:ea typeface="Gulim" pitchFamily="34" charset="-127"/>
              </a:rPr>
              <a:t>Email Client</a:t>
            </a:r>
          </a:p>
          <a:p>
            <a:pPr lvl="1"/>
            <a:r>
              <a:rPr lang="en-US" altLang="ko-KR" sz="1800" dirty="0">
                <a:ea typeface="Gulim" pitchFamily="34" charset="-127"/>
              </a:rPr>
              <a:t>SMS Program</a:t>
            </a:r>
          </a:p>
          <a:p>
            <a:pPr lvl="1"/>
            <a:r>
              <a:rPr lang="en-US" altLang="ko-KR" sz="1800" dirty="0">
                <a:ea typeface="Gulim" pitchFamily="34" charset="-127"/>
              </a:rPr>
              <a:t>Calendar</a:t>
            </a:r>
          </a:p>
          <a:p>
            <a:pPr lvl="1"/>
            <a:r>
              <a:rPr lang="en-US" altLang="ko-KR" sz="1800" dirty="0">
                <a:ea typeface="Gulim" pitchFamily="34" charset="-127"/>
              </a:rPr>
              <a:t>Maps</a:t>
            </a:r>
          </a:p>
          <a:p>
            <a:pPr lvl="1"/>
            <a:r>
              <a:rPr lang="en-US" altLang="ko-KR" sz="1800" dirty="0">
                <a:ea typeface="Gulim" pitchFamily="34" charset="-127"/>
              </a:rPr>
              <a:t>Browser</a:t>
            </a:r>
          </a:p>
          <a:p>
            <a:pPr lvl="1"/>
            <a:r>
              <a:rPr lang="en-US" altLang="ko-KR" sz="1800" dirty="0">
                <a:ea typeface="Gulim" pitchFamily="34" charset="-127"/>
              </a:rPr>
              <a:t>Contacts</a:t>
            </a:r>
          </a:p>
          <a:p>
            <a:pPr lvl="1"/>
            <a:r>
              <a:rPr lang="en-US" altLang="ko-KR" sz="1800" dirty="0" err="1">
                <a:ea typeface="Gulim" pitchFamily="34" charset="-127"/>
              </a:rPr>
              <a:t>Etc</a:t>
            </a:r>
            <a:endParaRPr lang="en-US" altLang="ko-KR" sz="1800" dirty="0">
              <a:ea typeface="Gulim" pitchFamily="34" charset="-127"/>
            </a:endParaRPr>
          </a:p>
          <a:p>
            <a:r>
              <a:rPr lang="en-US" altLang="ko-KR" dirty="0">
                <a:ea typeface="Gulim" pitchFamily="34" charset="-127"/>
              </a:rPr>
              <a:t>All applications are written using the Java language.</a:t>
            </a:r>
            <a:endParaRPr lang="ko-KR" altLang="en-US" dirty="0">
              <a:ea typeface="Gulim" pitchFamily="34" charset="-127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043F6-4AAB-41F8-A27F-F80078A20D2B}" type="slidenum">
              <a:rPr lang="en-US" smtClean="0"/>
              <a:t>5</a:t>
            </a:fld>
            <a:endParaRPr lang="en-US"/>
          </a:p>
        </p:txBody>
      </p:sp>
      <p:pic>
        <p:nvPicPr>
          <p:cNvPr id="8" name="그림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412" y="4997506"/>
            <a:ext cx="9924472" cy="7137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181779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ea typeface="Gulim" pitchFamily="34" charset="-127"/>
              </a:rPr>
              <a:t>Android S/W Stack – App Framework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30000"/>
              </a:lnSpc>
            </a:pPr>
            <a:r>
              <a:rPr lang="en-US" altLang="ko-KR" dirty="0">
                <a:ea typeface="Gulim" pitchFamily="34" charset="-127"/>
              </a:rPr>
              <a:t>Enabling and simplifying the reuse of components</a:t>
            </a:r>
          </a:p>
          <a:p>
            <a:pPr marL="800100" lvl="1" indent="-342900">
              <a:lnSpc>
                <a:spcPct val="130000"/>
              </a:lnSpc>
              <a:buFont typeface="Wingdings" pitchFamily="2" charset="2"/>
              <a:buChar char="ü"/>
            </a:pPr>
            <a:r>
              <a:rPr lang="en-US" altLang="ko-KR" dirty="0">
                <a:ea typeface="Gulim" pitchFamily="34" charset="-127"/>
              </a:rPr>
              <a:t>Developers have full access to the same framework APIs used by the core applications.</a:t>
            </a:r>
          </a:p>
          <a:p>
            <a:pPr marL="800100" lvl="1" indent="-342900">
              <a:lnSpc>
                <a:spcPct val="130000"/>
              </a:lnSpc>
              <a:buFont typeface="Wingdings" pitchFamily="2" charset="2"/>
              <a:buChar char="ü"/>
            </a:pPr>
            <a:r>
              <a:rPr lang="en-US" altLang="ko-KR" dirty="0">
                <a:ea typeface="Gulim" pitchFamily="34" charset="-127"/>
              </a:rPr>
              <a:t>Users are allowed to replace components.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043F6-4AAB-41F8-A27F-F80078A20D2B}" type="slidenum">
              <a:rPr lang="en-US" smtClean="0"/>
              <a:t>6</a:t>
            </a:fld>
            <a:endParaRPr lang="en-US"/>
          </a:p>
        </p:txBody>
      </p:sp>
      <p:pic>
        <p:nvPicPr>
          <p:cNvPr id="8" name="그림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6764" y="3777522"/>
            <a:ext cx="9586036" cy="1348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901329" y="6320400"/>
            <a:ext cx="6071471" cy="365125"/>
          </a:xfrm>
        </p:spPr>
        <p:txBody>
          <a:bodyPr/>
          <a:lstStyle/>
          <a:p>
            <a:r>
              <a:rPr lang="en-US" dirty="0"/>
              <a:t>09e-BM/DT/FSOFT - @FPT SOFTWARE - FPT Software Academy - Internal Use</a:t>
            </a:r>
          </a:p>
        </p:txBody>
      </p:sp>
    </p:spTree>
    <p:extLst>
      <p:ext uri="{BB962C8B-B14F-4D97-AF65-F5344CB8AC3E}">
        <p14:creationId xmlns:p14="http://schemas.microsoft.com/office/powerpoint/2010/main" val="19914191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ea typeface="Gulim" pitchFamily="34" charset="-127"/>
              </a:rPr>
              <a:t>Android S/W Stack – App Framework(</a:t>
            </a:r>
            <a:r>
              <a:rPr lang="en-US" altLang="ko-KR" dirty="0" err="1">
                <a:ea typeface="Gulim" pitchFamily="34" charset="-127"/>
              </a:rPr>
              <a:t>Cont</a:t>
            </a:r>
            <a:r>
              <a:rPr lang="en-US" altLang="ko-KR" dirty="0">
                <a:ea typeface="Gulim" pitchFamily="34" charset="-127"/>
              </a:rPr>
              <a:t>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043F6-4AAB-41F8-A27F-F80078A20D2B}" type="slidenum">
              <a:rPr lang="en-US" smtClean="0"/>
              <a:t>7</a:t>
            </a:fld>
            <a:endParaRPr lang="en-US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7632560"/>
              </p:ext>
            </p:extLst>
          </p:nvPr>
        </p:nvGraphicFramePr>
        <p:xfrm>
          <a:off x="591680" y="1514007"/>
          <a:ext cx="10905256" cy="42572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2628">
                  <a:extLst>
                    <a:ext uri="{9D8B030D-6E8A-4147-A177-3AD203B41FA5}">
                      <a16:colId xmlns:a16="http://schemas.microsoft.com/office/drawing/2014/main" val="2138754579"/>
                    </a:ext>
                  </a:extLst>
                </a:gridCol>
                <a:gridCol w="5452628">
                  <a:extLst>
                    <a:ext uri="{9D8B030D-6E8A-4147-A177-3AD203B41FA5}">
                      <a16:colId xmlns:a16="http://schemas.microsoft.com/office/drawing/2014/main" val="1395804097"/>
                    </a:ext>
                  </a:extLst>
                </a:gridCol>
              </a:tblGrid>
              <a:tr h="533065"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Verdana" pitchFamily="34" charset="0"/>
                          <a:ea typeface="Gulim" pitchFamily="34" charset="-127"/>
                        </a:rPr>
                        <a:t>Feature</a:t>
                      </a:r>
                      <a:endParaRPr lang="en-US" sz="1400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Verdana" pitchFamily="34" charset="0"/>
                          <a:ea typeface="Gulim" pitchFamily="34" charset="-127"/>
                        </a:rPr>
                        <a:t>Role</a:t>
                      </a:r>
                      <a:endParaRPr lang="en-US" sz="1400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8856635"/>
                  </a:ext>
                </a:extLst>
              </a:tr>
              <a:tr h="74482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View System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Gulim" pitchFamily="34" charset="-127"/>
                          <a:cs typeface="Arial" panose="020B0604020202020204" pitchFamily="34" charset="0"/>
                        </a:rPr>
                        <a:t>Used to build an application, including lists, grids, text</a:t>
                      </a:r>
                      <a:b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Gulim" pitchFamily="34" charset="-127"/>
                          <a:cs typeface="Arial" panose="020B0604020202020204" pitchFamily="34" charset="0"/>
                        </a:rPr>
                      </a:b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Gulim" pitchFamily="34" charset="-127"/>
                          <a:cs typeface="Arial" panose="020B0604020202020204" pitchFamily="34" charset="0"/>
                        </a:rPr>
                        <a:t>boxes, buttons, and embedded web browser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5462219"/>
                  </a:ext>
                </a:extLst>
              </a:tr>
              <a:tr h="74482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Gulim" pitchFamily="34" charset="-127"/>
                          <a:cs typeface="Arial" panose="020B0604020202020204" pitchFamily="34" charset="0"/>
                        </a:rPr>
                        <a:t>Content Provider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itchFamily="34" charset="-127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Gulim" pitchFamily="34" charset="-127"/>
                          <a:cs typeface="Arial" panose="020B0604020202020204" pitchFamily="34" charset="0"/>
                        </a:rPr>
                        <a:t>Enabling applications to access data from other </a:t>
                      </a:r>
                      <a:b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Gulim" pitchFamily="34" charset="-127"/>
                          <a:cs typeface="Arial" panose="020B0604020202020204" pitchFamily="34" charset="0"/>
                        </a:rPr>
                      </a:b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Gulim" pitchFamily="34" charset="-127"/>
                          <a:cs typeface="Arial" panose="020B0604020202020204" pitchFamily="34" charset="0"/>
                        </a:rPr>
                        <a:t>applications or to share their own data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itchFamily="34" charset="-127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041290"/>
                  </a:ext>
                </a:extLst>
              </a:tr>
              <a:tr h="74482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Gulim" pitchFamily="34" charset="-127"/>
                          <a:cs typeface="Arial" panose="020B0604020202020204" pitchFamily="34" charset="0"/>
                        </a:rPr>
                        <a:t>Resource Manager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itchFamily="34" charset="-127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Gulim" pitchFamily="34" charset="-127"/>
                          <a:cs typeface="Arial" panose="020B0604020202020204" pitchFamily="34" charset="0"/>
                        </a:rPr>
                        <a:t>Providing access to non-code resources (localized strings, graphics, and layout files)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itchFamily="34" charset="-127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0917977"/>
                  </a:ext>
                </a:extLst>
              </a:tr>
              <a:tr h="74482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Gulim" pitchFamily="34" charset="-127"/>
                          <a:cs typeface="Arial" panose="020B0604020202020204" pitchFamily="34" charset="0"/>
                        </a:rPr>
                        <a:t>Notification Manager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itchFamily="34" charset="-127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Gulim" pitchFamily="34" charset="-127"/>
                          <a:cs typeface="Arial" panose="020B0604020202020204" pitchFamily="34" charset="0"/>
                        </a:rPr>
                        <a:t>Enabling all applications to display customer alerts in the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Gulim" pitchFamily="34" charset="-127"/>
                          <a:cs typeface="Arial" panose="020B0604020202020204" pitchFamily="34" charset="0"/>
                        </a:rPr>
                        <a:t>status bar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itchFamily="34" charset="-127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4322117"/>
                  </a:ext>
                </a:extLst>
              </a:tr>
              <a:tr h="74482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Gulim" pitchFamily="34" charset="-127"/>
                          <a:cs typeface="Arial" panose="020B0604020202020204" pitchFamily="34" charset="0"/>
                        </a:rPr>
                        <a:t>Activity Manager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itchFamily="34" charset="-127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Gulim" pitchFamily="34" charset="-127"/>
                          <a:cs typeface="Arial" panose="020B0604020202020204" pitchFamily="34" charset="0"/>
                        </a:rPr>
                        <a:t>Managing the lifecycle of applications and providing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Gulim" pitchFamily="34" charset="-127"/>
                          <a:cs typeface="Arial" panose="020B0604020202020204" pitchFamily="34" charset="0"/>
                        </a:rPr>
                        <a:t>a common navigation </a:t>
                      </a:r>
                      <a:r>
                        <a:rPr kumimoji="0" lang="en-US" altLang="ko-KR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Gulim" pitchFamily="34" charset="-127"/>
                          <a:cs typeface="Arial" panose="020B0604020202020204" pitchFamily="34" charset="0"/>
                        </a:rPr>
                        <a:t>backstack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Gulim" pitchFamily="34" charset="-127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496002"/>
                  </a:ext>
                </a:extLst>
              </a:tr>
            </a:tbl>
          </a:graphicData>
        </a:graphic>
      </p:graphicFrame>
      <p:sp>
        <p:nvSpPr>
          <p:cNvPr id="1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901329" y="6320400"/>
            <a:ext cx="6071471" cy="365125"/>
          </a:xfrm>
        </p:spPr>
        <p:txBody>
          <a:bodyPr/>
          <a:lstStyle/>
          <a:p>
            <a:r>
              <a:rPr lang="en-US" dirty="0"/>
              <a:t>09e-BM/DT/FSOFT - @FPT SOFTWARE - FPT Software Academy - Internal Use</a:t>
            </a:r>
          </a:p>
        </p:txBody>
      </p:sp>
    </p:spTree>
    <p:extLst>
      <p:ext uri="{BB962C8B-B14F-4D97-AF65-F5344CB8AC3E}">
        <p14:creationId xmlns:p14="http://schemas.microsoft.com/office/powerpoint/2010/main" val="13082313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ea typeface="Gulim" pitchFamily="34" charset="-127"/>
              </a:rPr>
              <a:t>Android S/W Stack – App Framework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30000"/>
              </a:lnSpc>
            </a:pPr>
            <a:r>
              <a:rPr lang="en-US" altLang="ko-KR" dirty="0">
                <a:ea typeface="Gulim" pitchFamily="34" charset="-127"/>
              </a:rPr>
              <a:t>Enabling and simplifying the reuse of components</a:t>
            </a:r>
          </a:p>
          <a:p>
            <a:pPr marL="800100" lvl="1" indent="-342900">
              <a:lnSpc>
                <a:spcPct val="130000"/>
              </a:lnSpc>
              <a:buFont typeface="Wingdings" pitchFamily="2" charset="2"/>
              <a:buChar char="ü"/>
            </a:pPr>
            <a:r>
              <a:rPr lang="en-US" altLang="ko-KR" dirty="0">
                <a:ea typeface="Gulim" pitchFamily="34" charset="-127"/>
              </a:rPr>
              <a:t>Developers have full access to the same framework APIs used by the core applications.</a:t>
            </a:r>
          </a:p>
          <a:p>
            <a:pPr marL="800100" lvl="1" indent="-342900">
              <a:lnSpc>
                <a:spcPct val="130000"/>
              </a:lnSpc>
              <a:buFont typeface="Wingdings" pitchFamily="2" charset="2"/>
              <a:buChar char="ü"/>
            </a:pPr>
            <a:r>
              <a:rPr lang="en-US" altLang="ko-KR" dirty="0">
                <a:ea typeface="Gulim" pitchFamily="34" charset="-127"/>
              </a:rPr>
              <a:t>Users are allowed to replace components.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043F6-4AAB-41F8-A27F-F80078A20D2B}" type="slidenum">
              <a:rPr lang="en-US" smtClean="0"/>
              <a:t>8</a:t>
            </a:fld>
            <a:endParaRPr lang="en-US"/>
          </a:p>
        </p:txBody>
      </p:sp>
      <p:pic>
        <p:nvPicPr>
          <p:cNvPr id="8" name="그림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1275" y="4073566"/>
            <a:ext cx="10106745" cy="1421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901329" y="6320400"/>
            <a:ext cx="6071471" cy="365125"/>
          </a:xfrm>
        </p:spPr>
        <p:txBody>
          <a:bodyPr/>
          <a:lstStyle/>
          <a:p>
            <a:r>
              <a:rPr lang="en-US" dirty="0"/>
              <a:t>09e-BM/DT/FSOFT - @FPT SOFTWARE - FPT Software Academy - Internal Use</a:t>
            </a:r>
          </a:p>
        </p:txBody>
      </p:sp>
    </p:spTree>
    <p:extLst>
      <p:ext uri="{BB962C8B-B14F-4D97-AF65-F5344CB8AC3E}">
        <p14:creationId xmlns:p14="http://schemas.microsoft.com/office/powerpoint/2010/main" val="26672998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ea typeface="Gulim" pitchFamily="34" charset="-127"/>
              </a:rPr>
              <a:t>Android S/W Stack – Libraries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30000"/>
              </a:lnSpc>
            </a:pPr>
            <a:r>
              <a:rPr lang="en-US" altLang="ko-KR" dirty="0">
                <a:ea typeface="Gulim" pitchFamily="34" charset="-127"/>
              </a:rPr>
              <a:t>Including a set of C/C++ libraries used by components of the Android system</a:t>
            </a:r>
          </a:p>
          <a:p>
            <a:pPr>
              <a:lnSpc>
                <a:spcPct val="130000"/>
              </a:lnSpc>
            </a:pPr>
            <a:r>
              <a:rPr lang="en-US" altLang="ko-KR" dirty="0">
                <a:ea typeface="Gulim" pitchFamily="34" charset="-127"/>
              </a:rPr>
              <a:t>Exposed to developers through the Android application framework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043F6-4AAB-41F8-A27F-F80078A20D2B}" type="slidenum">
              <a:rPr lang="en-US" smtClean="0"/>
              <a:t>9</a:t>
            </a:fld>
            <a:endParaRPr lang="en-US"/>
          </a:p>
        </p:txBody>
      </p:sp>
      <p:pic>
        <p:nvPicPr>
          <p:cNvPr id="8" name="그림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1626" y="3266693"/>
            <a:ext cx="6286044" cy="24780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901329" y="6320400"/>
            <a:ext cx="6071471" cy="365125"/>
          </a:xfrm>
        </p:spPr>
        <p:txBody>
          <a:bodyPr/>
          <a:lstStyle/>
          <a:p>
            <a:r>
              <a:rPr lang="en-US" dirty="0"/>
              <a:t>09e-BM/DT/FSOFT - @FPT SOFTWARE - FPT Software Academy - Internal Use</a:t>
            </a:r>
          </a:p>
        </p:txBody>
      </p:sp>
    </p:spTree>
    <p:extLst>
      <p:ext uri="{BB962C8B-B14F-4D97-AF65-F5344CB8AC3E}">
        <p14:creationId xmlns:p14="http://schemas.microsoft.com/office/powerpoint/2010/main" val="35556452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ea typeface="Gulim" pitchFamily="34" charset="-127"/>
              </a:rPr>
              <a:t>Android S/W Stack – Runtime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>
                <a:ea typeface="Gulim" pitchFamily="34" charset="-127"/>
              </a:rPr>
              <a:t>Core Libraries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ko-KR" dirty="0">
                <a:ea typeface="Gulim" pitchFamily="34" charset="-127"/>
              </a:rPr>
              <a:t>Providing most of the functionality available in the core libraries of the Java language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ko-KR" dirty="0">
                <a:ea typeface="Gulim" pitchFamily="34" charset="-127"/>
              </a:rPr>
              <a:t>APIs</a:t>
            </a:r>
          </a:p>
          <a:p>
            <a:pPr lvl="2">
              <a:buFont typeface="Wingdings" pitchFamily="2" charset="2"/>
              <a:buChar char="Ø"/>
            </a:pPr>
            <a:r>
              <a:rPr lang="en-US" altLang="ko-KR" dirty="0">
                <a:ea typeface="Gulim" pitchFamily="34" charset="-127"/>
              </a:rPr>
              <a:t>Data Structures</a:t>
            </a:r>
          </a:p>
          <a:p>
            <a:pPr lvl="2">
              <a:buFont typeface="Wingdings" pitchFamily="2" charset="2"/>
              <a:buChar char="Ø"/>
            </a:pPr>
            <a:r>
              <a:rPr lang="en-US" altLang="ko-KR" dirty="0">
                <a:ea typeface="Gulim" pitchFamily="34" charset="-127"/>
              </a:rPr>
              <a:t>Utilities</a:t>
            </a:r>
          </a:p>
          <a:p>
            <a:pPr lvl="2">
              <a:buFont typeface="Wingdings" pitchFamily="2" charset="2"/>
              <a:buChar char="Ø"/>
            </a:pPr>
            <a:r>
              <a:rPr lang="en-US" altLang="ko-KR" dirty="0">
                <a:ea typeface="Gulim" pitchFamily="34" charset="-127"/>
              </a:rPr>
              <a:t>File Access</a:t>
            </a:r>
          </a:p>
          <a:p>
            <a:pPr lvl="2">
              <a:buFont typeface="Wingdings" pitchFamily="2" charset="2"/>
              <a:buChar char="Ø"/>
            </a:pPr>
            <a:r>
              <a:rPr lang="en-US" altLang="ko-KR" dirty="0">
                <a:ea typeface="Gulim" pitchFamily="34" charset="-127"/>
              </a:rPr>
              <a:t>Network Access</a:t>
            </a:r>
          </a:p>
          <a:p>
            <a:pPr lvl="2">
              <a:buFont typeface="Wingdings" pitchFamily="2" charset="2"/>
              <a:buChar char="Ø"/>
            </a:pPr>
            <a:r>
              <a:rPr lang="en-US" altLang="ko-KR" dirty="0">
                <a:ea typeface="Gulim" pitchFamily="34" charset="-127"/>
              </a:rPr>
              <a:t>Graphics</a:t>
            </a:r>
          </a:p>
          <a:p>
            <a:pPr lvl="2">
              <a:buFont typeface="Wingdings" pitchFamily="2" charset="2"/>
              <a:buChar char="Ø"/>
            </a:pPr>
            <a:r>
              <a:rPr lang="en-US" altLang="ko-KR" dirty="0" err="1">
                <a:ea typeface="Gulim" pitchFamily="34" charset="-127"/>
              </a:rPr>
              <a:t>Etc</a:t>
            </a:r>
            <a:endParaRPr lang="en-US" altLang="ko-KR" dirty="0">
              <a:ea typeface="Gulim" pitchFamily="34" charset="-127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043F6-4AAB-41F8-A27F-F80078A20D2B}" type="slidenum">
              <a:rPr lang="en-US" smtClean="0"/>
              <a:t>10</a:t>
            </a:fld>
            <a:endParaRPr lang="en-US"/>
          </a:p>
        </p:txBody>
      </p:sp>
      <p:pic>
        <p:nvPicPr>
          <p:cNvPr id="8" name="그림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1475" y="4052982"/>
            <a:ext cx="4431325" cy="21109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901329" y="6320400"/>
            <a:ext cx="6071471" cy="365125"/>
          </a:xfrm>
        </p:spPr>
        <p:txBody>
          <a:bodyPr/>
          <a:lstStyle/>
          <a:p>
            <a:r>
              <a:rPr lang="en-US" dirty="0"/>
              <a:t>09e-BM/DT/FSOFT - @FPT SOFTWARE - FPT Software Academy - Internal Use</a:t>
            </a:r>
          </a:p>
        </p:txBody>
      </p:sp>
    </p:spTree>
    <p:extLst>
      <p:ext uri="{BB962C8B-B14F-4D97-AF65-F5344CB8AC3E}">
        <p14:creationId xmlns:p14="http://schemas.microsoft.com/office/powerpoint/2010/main" val="14352496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ea typeface="Gulim" pitchFamily="34" charset="-127"/>
              </a:rPr>
              <a:t>Android S/W Stack – Linux Kernel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atinLnBrk="1">
              <a:lnSpc>
                <a:spcPts val="2600"/>
              </a:lnSpc>
              <a:spcBef>
                <a:spcPts val="600"/>
              </a:spcBef>
              <a:spcAft>
                <a:spcPts val="400"/>
              </a:spcAft>
              <a:buSzPct val="75000"/>
              <a:defRPr/>
            </a:pPr>
            <a:r>
              <a:rPr lang="en-US" dirty="0"/>
              <a:t>Relying on Linux Kernel 2.6 for core system services</a:t>
            </a:r>
          </a:p>
          <a:p>
            <a:pPr lvl="1" latinLnBrk="1">
              <a:lnSpc>
                <a:spcPts val="2600"/>
              </a:lnSpc>
              <a:spcBef>
                <a:spcPts val="600"/>
              </a:spcBef>
              <a:spcAft>
                <a:spcPts val="400"/>
              </a:spcAft>
              <a:buSzPct val="75000"/>
              <a:buFont typeface="Arial" panose="020B0604020202020204" pitchFamily="34" charset="0"/>
              <a:buChar char="•"/>
              <a:defRPr/>
            </a:pPr>
            <a:r>
              <a:rPr lang="en-US" dirty="0"/>
              <a:t>Memory and Process Management</a:t>
            </a:r>
          </a:p>
          <a:p>
            <a:pPr lvl="1" latinLnBrk="1">
              <a:lnSpc>
                <a:spcPts val="2600"/>
              </a:lnSpc>
              <a:spcBef>
                <a:spcPts val="600"/>
              </a:spcBef>
              <a:spcAft>
                <a:spcPts val="400"/>
              </a:spcAft>
              <a:buSzPct val="75000"/>
              <a:buFont typeface="Arial" panose="020B0604020202020204" pitchFamily="34" charset="0"/>
              <a:buChar char="•"/>
              <a:defRPr/>
            </a:pPr>
            <a:r>
              <a:rPr lang="en-US" dirty="0"/>
              <a:t>Network Stack</a:t>
            </a:r>
          </a:p>
          <a:p>
            <a:pPr lvl="1" latinLnBrk="1">
              <a:lnSpc>
                <a:spcPts val="2600"/>
              </a:lnSpc>
              <a:spcBef>
                <a:spcPts val="600"/>
              </a:spcBef>
              <a:spcAft>
                <a:spcPts val="400"/>
              </a:spcAft>
              <a:buSzPct val="75000"/>
              <a:buFont typeface="Arial" panose="020B0604020202020204" pitchFamily="34" charset="0"/>
              <a:buChar char="•"/>
              <a:defRPr/>
            </a:pPr>
            <a:r>
              <a:rPr lang="en-US" dirty="0"/>
              <a:t>Driver Model</a:t>
            </a:r>
          </a:p>
          <a:p>
            <a:pPr lvl="1" latinLnBrk="1">
              <a:lnSpc>
                <a:spcPts val="2600"/>
              </a:lnSpc>
              <a:spcBef>
                <a:spcPts val="600"/>
              </a:spcBef>
              <a:spcAft>
                <a:spcPts val="400"/>
              </a:spcAft>
              <a:buSzPct val="75000"/>
              <a:buFont typeface="Arial" panose="020B0604020202020204" pitchFamily="34" charset="0"/>
              <a:buChar char="•"/>
              <a:defRPr/>
            </a:pPr>
            <a:r>
              <a:rPr lang="en-US" dirty="0"/>
              <a:t>Security</a:t>
            </a:r>
          </a:p>
          <a:p>
            <a:pPr latinLnBrk="1">
              <a:lnSpc>
                <a:spcPts val="2600"/>
              </a:lnSpc>
              <a:spcBef>
                <a:spcPts val="600"/>
              </a:spcBef>
              <a:spcAft>
                <a:spcPts val="400"/>
              </a:spcAft>
              <a:buSzPct val="75000"/>
              <a:defRPr/>
            </a:pPr>
            <a:r>
              <a:rPr lang="en-US" dirty="0"/>
              <a:t>Providing an abstraction layer between the H/W and the rest of the S/W stack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043F6-4AAB-41F8-A27F-F80078A20D2B}" type="slidenum">
              <a:rPr lang="en-US" smtClean="0"/>
              <a:t>11</a:t>
            </a:fld>
            <a:endParaRPr lang="en-US"/>
          </a:p>
        </p:txBody>
      </p:sp>
      <p:pic>
        <p:nvPicPr>
          <p:cNvPr id="8" name="그림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5830" y="4369664"/>
            <a:ext cx="8602294" cy="11774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901329" y="6320400"/>
            <a:ext cx="6071471" cy="365125"/>
          </a:xfrm>
        </p:spPr>
        <p:txBody>
          <a:bodyPr/>
          <a:lstStyle/>
          <a:p>
            <a:r>
              <a:rPr lang="en-US" dirty="0"/>
              <a:t>09e-BM/DT/FSOFT - @FPT SOFTWARE - FPT Software Academy - Internal Use</a:t>
            </a:r>
          </a:p>
        </p:txBody>
      </p:sp>
    </p:spTree>
    <p:extLst>
      <p:ext uri="{BB962C8B-B14F-4D97-AF65-F5344CB8AC3E}">
        <p14:creationId xmlns:p14="http://schemas.microsoft.com/office/powerpoint/2010/main" val="20066223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043F6-4AAB-41F8-A27F-F80078A20D2B}" type="slidenum">
              <a:rPr lang="en-US" smtClean="0"/>
              <a:t>12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Android automotive</a:t>
            </a: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901329" y="6320400"/>
            <a:ext cx="6071471" cy="365125"/>
          </a:xfrm>
        </p:spPr>
        <p:txBody>
          <a:bodyPr/>
          <a:lstStyle/>
          <a:p>
            <a:r>
              <a:rPr lang="en-US" dirty="0"/>
              <a:t>09e-BM/DT/FSOFT - @FPT SOFTWARE - FPT Software Academy - Internal Use</a:t>
            </a:r>
          </a:p>
        </p:txBody>
      </p:sp>
    </p:spTree>
    <p:extLst>
      <p:ext uri="{BB962C8B-B14F-4D97-AF65-F5344CB8AC3E}">
        <p14:creationId xmlns:p14="http://schemas.microsoft.com/office/powerpoint/2010/main" val="35963349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Android automotive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043F6-4AAB-41F8-A27F-F80078A20D2B}" type="slidenum">
              <a:rPr lang="en-US" smtClean="0"/>
              <a:t>13</a:t>
            </a:fld>
            <a:endParaRPr lang="en-US"/>
          </a:p>
        </p:txBody>
      </p:sp>
      <p:pic>
        <p:nvPicPr>
          <p:cNvPr id="33" name="Picture 10" descr="Diagram&#10;&#10;Description automatically generated">
            <a:extLst>
              <a:ext uri="{FF2B5EF4-FFF2-40B4-BE49-F238E27FC236}">
                <a16:creationId xmlns:a16="http://schemas.microsoft.com/office/drawing/2014/main" id="{E206CC3C-FBC1-07CD-1F30-0E3AFE7577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7502" y="1384378"/>
            <a:ext cx="5255177" cy="1911057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3992926" y="1556721"/>
            <a:ext cx="74732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/>
              <a:t>Applications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90795" y="3103001"/>
            <a:ext cx="68480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/>
              <a:t>Framework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051661" y="4809326"/>
            <a:ext cx="3706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/>
              <a:t>HAL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979" y="5780579"/>
            <a:ext cx="35618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/>
              <a:t>BSP</a:t>
            </a:r>
          </a:p>
        </p:txBody>
      </p:sp>
      <p:cxnSp>
        <p:nvCxnSpPr>
          <p:cNvPr id="38" name="Straight Connector 37"/>
          <p:cNvCxnSpPr/>
          <p:nvPr/>
        </p:nvCxnSpPr>
        <p:spPr>
          <a:xfrm>
            <a:off x="5917502" y="1788273"/>
            <a:ext cx="4296509" cy="0"/>
          </a:xfrm>
          <a:prstGeom prst="line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>
            <a:off x="5917502" y="2491006"/>
            <a:ext cx="4296509" cy="0"/>
          </a:xfrm>
          <a:prstGeom prst="line">
            <a:avLst/>
          </a:prstGeom>
          <a:ln w="952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>
            <a:off x="5917502" y="3176806"/>
            <a:ext cx="4296509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1" name="Right Brace 40"/>
          <p:cNvSpPr/>
          <p:nvPr/>
        </p:nvSpPr>
        <p:spPr>
          <a:xfrm>
            <a:off x="3802028" y="1905519"/>
            <a:ext cx="164699" cy="2576629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ight Brace 41"/>
          <p:cNvSpPr/>
          <p:nvPr/>
        </p:nvSpPr>
        <p:spPr>
          <a:xfrm>
            <a:off x="3796499" y="4587062"/>
            <a:ext cx="139709" cy="70321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ight Brace 42"/>
          <p:cNvSpPr/>
          <p:nvPr/>
        </p:nvSpPr>
        <p:spPr>
          <a:xfrm>
            <a:off x="3802028" y="5395191"/>
            <a:ext cx="139709" cy="788545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ight Brace 43"/>
          <p:cNvSpPr/>
          <p:nvPr/>
        </p:nvSpPr>
        <p:spPr>
          <a:xfrm>
            <a:off x="3802028" y="1413485"/>
            <a:ext cx="139709" cy="439932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5" name="Curved Connector 44"/>
          <p:cNvCxnSpPr>
            <a:endCxn id="34" idx="3"/>
          </p:cNvCxnSpPr>
          <p:nvPr/>
        </p:nvCxnSpPr>
        <p:spPr>
          <a:xfrm rot="10800000" flipV="1">
            <a:off x="4740246" y="1659547"/>
            <a:ext cx="1177256" cy="4896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urved Connector 45"/>
          <p:cNvCxnSpPr/>
          <p:nvPr/>
        </p:nvCxnSpPr>
        <p:spPr>
          <a:xfrm rot="10800000" flipV="1">
            <a:off x="4736464" y="2015968"/>
            <a:ext cx="1181038" cy="1077608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urved Connector 46"/>
          <p:cNvCxnSpPr/>
          <p:nvPr/>
        </p:nvCxnSpPr>
        <p:spPr>
          <a:xfrm rot="5400000">
            <a:off x="4105357" y="3096901"/>
            <a:ext cx="2029347" cy="1395505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>
            <a:off x="8065756" y="1788273"/>
            <a:ext cx="0" cy="200638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6298245" y="3547994"/>
            <a:ext cx="10878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>
                <a:solidFill>
                  <a:schemeClr val="bg2">
                    <a:lumMod val="75000"/>
                  </a:schemeClr>
                </a:solidFill>
              </a:rPr>
              <a:t>Android Core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96409" y="3547994"/>
            <a:ext cx="9985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>
                <a:solidFill>
                  <a:schemeClr val="bg2">
                    <a:lumMod val="75000"/>
                  </a:schemeClr>
                </a:solidFill>
              </a:rPr>
              <a:t>Android Car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73678" y="992476"/>
            <a:ext cx="24180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/>
              <a:t>Android System architecture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75663" y="1046377"/>
            <a:ext cx="278018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/>
              <a:t>Android Automotive architecture</a:t>
            </a:r>
          </a:p>
        </p:txBody>
      </p:sp>
      <p:pic>
        <p:nvPicPr>
          <p:cNvPr id="53" name="Picture 5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588" y="1413485"/>
            <a:ext cx="3078807" cy="4770251"/>
          </a:xfrm>
          <a:prstGeom prst="rect">
            <a:avLst/>
          </a:prstGeom>
        </p:spPr>
      </p:pic>
      <p:sp>
        <p:nvSpPr>
          <p:cNvPr id="54" name="Rectangle 53"/>
          <p:cNvSpPr/>
          <p:nvPr/>
        </p:nvSpPr>
        <p:spPr>
          <a:xfrm>
            <a:off x="8236077" y="1846892"/>
            <a:ext cx="2034707" cy="2027986"/>
          </a:xfrm>
          <a:prstGeom prst="rect">
            <a:avLst/>
          </a:prstGeom>
          <a:solidFill>
            <a:schemeClr val="accent2">
              <a:alpha val="0"/>
            </a:schemeClr>
          </a:solidFill>
          <a:ln>
            <a:solidFill>
              <a:schemeClr val="bg1">
                <a:lumMod val="85000"/>
              </a:schemeClr>
            </a:solidFill>
            <a:prstDash val="sysDot"/>
          </a:ln>
          <a:effectLst>
            <a:glow rad="254000">
              <a:schemeClr val="accent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/>
          <p:cNvSpPr/>
          <p:nvPr/>
        </p:nvSpPr>
        <p:spPr>
          <a:xfrm>
            <a:off x="6094382" y="3243413"/>
            <a:ext cx="4051300" cy="27050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/>
              <a:t>LINUX KERNEL</a:t>
            </a:r>
          </a:p>
        </p:txBody>
      </p:sp>
      <p:cxnSp>
        <p:nvCxnSpPr>
          <p:cNvPr id="56" name="Curved Connector 55"/>
          <p:cNvCxnSpPr/>
          <p:nvPr/>
        </p:nvCxnSpPr>
        <p:spPr>
          <a:xfrm rot="5400000">
            <a:off x="3950672" y="3834463"/>
            <a:ext cx="2410462" cy="1467254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ectangle 56"/>
          <p:cNvSpPr/>
          <p:nvPr/>
        </p:nvSpPr>
        <p:spPr>
          <a:xfrm>
            <a:off x="5889530" y="4809326"/>
            <a:ext cx="3157607" cy="1334554"/>
          </a:xfrm>
          <a:prstGeom prst="rect">
            <a:avLst/>
          </a:prstGeom>
          <a:noFill/>
          <a:ln w="19050"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200" b="1">
                <a:solidFill>
                  <a:schemeClr val="tx1"/>
                </a:solidFill>
              </a:rPr>
              <a:t>Android Automotive is Android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tx1"/>
                </a:solidFill>
              </a:rPr>
              <a:t>Same codebase, same repository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tx1"/>
                </a:solidFill>
              </a:rPr>
              <a:t>Leverages the existing resources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US" sz="1200" b="1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200" b="1">
                <a:solidFill>
                  <a:schemeClr val="tx1"/>
                </a:solidFill>
              </a:rPr>
              <a:t>Android Automotive extends Android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tx1"/>
                </a:solidFill>
              </a:rPr>
              <a:t>Adding support for automotive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118884" y="4809326"/>
            <a:ext cx="2468253" cy="1334554"/>
          </a:xfrm>
          <a:prstGeom prst="rect">
            <a:avLst/>
          </a:prstGeom>
          <a:noFill/>
          <a:ln w="19050"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200" b="1">
                <a:solidFill>
                  <a:schemeClr val="tx1"/>
                </a:solidFill>
              </a:rPr>
              <a:t>Android Automotive offers: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tx1"/>
                </a:solidFill>
              </a:rPr>
              <a:t>Openness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tx1"/>
                </a:solidFill>
              </a:rPr>
              <a:t>Customization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tx1"/>
                </a:solidFill>
              </a:rPr>
              <a:t>Scale</a:t>
            </a:r>
          </a:p>
        </p:txBody>
      </p:sp>
      <p:sp>
        <p:nvSpPr>
          <p:cNvPr id="5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901329" y="6320400"/>
            <a:ext cx="6071471" cy="365125"/>
          </a:xfrm>
        </p:spPr>
        <p:txBody>
          <a:bodyPr/>
          <a:lstStyle/>
          <a:p>
            <a:r>
              <a:rPr lang="en-US" dirty="0"/>
              <a:t>09e-BM/DT/FSOFT - @FPT SOFTWARE - FPT Software Academy - Internal Use</a:t>
            </a:r>
          </a:p>
        </p:txBody>
      </p:sp>
    </p:spTree>
    <p:extLst>
      <p:ext uri="{BB962C8B-B14F-4D97-AF65-F5344CB8AC3E}">
        <p14:creationId xmlns:p14="http://schemas.microsoft.com/office/powerpoint/2010/main" val="8230924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043F6-4AAB-41F8-A27F-F80078A20D2B}" type="slidenum">
              <a:rPr lang="en-US" smtClean="0"/>
              <a:t>14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Prepare environment</a:t>
            </a: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901329" y="6320400"/>
            <a:ext cx="6071471" cy="365125"/>
          </a:xfrm>
        </p:spPr>
        <p:txBody>
          <a:bodyPr/>
          <a:lstStyle/>
          <a:p>
            <a:r>
              <a:rPr lang="en-US" dirty="0"/>
              <a:t>09e-BM/DT/FSOFT - @FPT SOFTWARE - FPT Software Academy - Internal Use</a:t>
            </a:r>
          </a:p>
        </p:txBody>
      </p:sp>
    </p:spTree>
    <p:extLst>
      <p:ext uri="{BB962C8B-B14F-4D97-AF65-F5344CB8AC3E}">
        <p14:creationId xmlns:p14="http://schemas.microsoft.com/office/powerpoint/2010/main" val="16390665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ea typeface="Gulim" pitchFamily="34" charset="-127"/>
              </a:rPr>
              <a:t>Tools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dirty="0">
                <a:cs typeface="Arial" charset="0"/>
              </a:rPr>
              <a:t>Phone </a:t>
            </a:r>
          </a:p>
          <a:p>
            <a:r>
              <a:rPr lang="en-US" altLang="en-US" dirty="0">
                <a:cs typeface="Arial" charset="0"/>
              </a:rPr>
              <a:t>Android Studio (</a:t>
            </a:r>
            <a:r>
              <a:rPr lang="en-US" dirty="0">
                <a:hlinkClick r:id="rId2"/>
              </a:rPr>
              <a:t>Download Android Studio &amp; App Tools - Android Developers</a:t>
            </a:r>
            <a:r>
              <a:rPr lang="en-US" altLang="en-US" dirty="0">
                <a:cs typeface="Arial" charset="0"/>
              </a:rPr>
              <a:t>)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043F6-4AAB-41F8-A27F-F80078A20D2B}" type="slidenum">
              <a:rPr lang="en-US" smtClean="0"/>
              <a:t>15</a:t>
            </a:fld>
            <a:endParaRPr lang="en-US"/>
          </a:p>
        </p:txBody>
      </p:sp>
      <p:pic>
        <p:nvPicPr>
          <p:cNvPr id="1026" name="Picture 2" descr="Tập tin:Circle-icons-tools.svg – Wikipedia tiếng Việt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70184" y="3456357"/>
            <a:ext cx="2707547" cy="27075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901329" y="6320400"/>
            <a:ext cx="6071471" cy="365125"/>
          </a:xfrm>
        </p:spPr>
        <p:txBody>
          <a:bodyPr/>
          <a:lstStyle/>
          <a:p>
            <a:r>
              <a:rPr lang="en-US" dirty="0"/>
              <a:t>09e-BM/DT/FSOFT - @FPT SOFTWARE - FPT Software Academy - Internal Use</a:t>
            </a:r>
          </a:p>
        </p:txBody>
      </p:sp>
    </p:spTree>
    <p:extLst>
      <p:ext uri="{BB962C8B-B14F-4D97-AF65-F5344CB8AC3E}">
        <p14:creationId xmlns:p14="http://schemas.microsoft.com/office/powerpoint/2010/main" val="24475363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>
                <a:cs typeface="Arial" charset="0"/>
              </a:rPr>
              <a:t>Android SDK</a:t>
            </a:r>
            <a:r>
              <a:rPr lang="en-US" dirty="0">
                <a:ea typeface="Gulim" pitchFamily="34" charset="-127"/>
              </a:rPr>
              <a:t> 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30000"/>
              </a:lnSpc>
            </a:pPr>
            <a:r>
              <a:rPr lang="en-US" altLang="en-US" dirty="0"/>
              <a:t>Once installed open the SDK Manager</a:t>
            </a:r>
          </a:p>
          <a:p>
            <a:pPr>
              <a:lnSpc>
                <a:spcPct val="130000"/>
              </a:lnSpc>
            </a:pPr>
            <a:r>
              <a:rPr lang="en-US" altLang="en-US" dirty="0"/>
              <a:t>Install the desired packages</a:t>
            </a:r>
          </a:p>
          <a:p>
            <a:pPr>
              <a:lnSpc>
                <a:spcPct val="130000"/>
              </a:lnSpc>
            </a:pPr>
            <a:r>
              <a:rPr lang="en-US" altLang="en-US" dirty="0"/>
              <a:t>Create an Android Virtual Device (AVD)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043F6-4AAB-41F8-A27F-F80078A20D2B}" type="slidenum">
              <a:rPr lang="en-US" smtClean="0"/>
              <a:t>16</a:t>
            </a:fld>
            <a:endParaRPr lang="en-US"/>
          </a:p>
        </p:txBody>
      </p:sp>
      <p:pic>
        <p:nvPicPr>
          <p:cNvPr id="2050" name="Picture 2" descr="Tải về Android sdk - Phần mềm lập trình, phát triển hệ điều hành Androi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5548" y="3220308"/>
            <a:ext cx="5804420" cy="30218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901329" y="6320400"/>
            <a:ext cx="6071471" cy="365125"/>
          </a:xfrm>
        </p:spPr>
        <p:txBody>
          <a:bodyPr/>
          <a:lstStyle/>
          <a:p>
            <a:r>
              <a:rPr lang="en-US" dirty="0"/>
              <a:t>09e-BM/DT/FSOFT - @FPT SOFTWARE - FPT Software Academy - Internal Use</a:t>
            </a:r>
          </a:p>
        </p:txBody>
      </p:sp>
    </p:spTree>
    <p:extLst>
      <p:ext uri="{BB962C8B-B14F-4D97-AF65-F5344CB8AC3E}">
        <p14:creationId xmlns:p14="http://schemas.microsoft.com/office/powerpoint/2010/main" val="3540510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>
                <a:cs typeface="Arial" charset="0"/>
              </a:rPr>
              <a:t>SDK Manager</a:t>
            </a:r>
            <a:r>
              <a:rPr lang="en-US" dirty="0">
                <a:ea typeface="Gulim" pitchFamily="34" charset="-127"/>
              </a:rPr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043F6-4AAB-41F8-A27F-F80078A20D2B}" type="slidenum">
              <a:rPr lang="en-US" smtClean="0"/>
              <a:t>17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0866" y="1072197"/>
            <a:ext cx="7107563" cy="5168481"/>
          </a:xfrm>
          <a:prstGeom prst="rect">
            <a:avLst/>
          </a:prstGeom>
        </p:spPr>
      </p:pic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901329" y="6320400"/>
            <a:ext cx="6071471" cy="365125"/>
          </a:xfrm>
        </p:spPr>
        <p:txBody>
          <a:bodyPr/>
          <a:lstStyle/>
          <a:p>
            <a:r>
              <a:rPr lang="en-US" dirty="0"/>
              <a:t>09e-BM/DT/FSOFT - @FPT SOFTWARE - FPT Software Academy - Internal Use</a:t>
            </a:r>
          </a:p>
        </p:txBody>
      </p:sp>
    </p:spTree>
    <p:extLst>
      <p:ext uri="{BB962C8B-B14F-4D97-AF65-F5344CB8AC3E}">
        <p14:creationId xmlns:p14="http://schemas.microsoft.com/office/powerpoint/2010/main" val="27852929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cs typeface="Arial" charset="0"/>
              </a:rPr>
              <a:t>AVD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043F6-4AAB-41F8-A27F-F80078A20D2B}" type="slidenum">
              <a:rPr lang="en-US" smtClean="0"/>
              <a:t>18</a:t>
            </a:fld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0548" y="992476"/>
            <a:ext cx="8048199" cy="5226520"/>
          </a:xfrm>
          <a:prstGeom prst="rect">
            <a:avLst/>
          </a:prstGeom>
        </p:spPr>
      </p:pic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901329" y="6320400"/>
            <a:ext cx="6071471" cy="365125"/>
          </a:xfrm>
        </p:spPr>
        <p:txBody>
          <a:bodyPr/>
          <a:lstStyle/>
          <a:p>
            <a:r>
              <a:rPr lang="en-US" dirty="0"/>
              <a:t>09e-BM/DT/FSOFT - @FPT SOFTWARE - FPT Software Academy - Internal Use</a:t>
            </a:r>
          </a:p>
        </p:txBody>
      </p:sp>
    </p:spTree>
    <p:extLst>
      <p:ext uri="{BB962C8B-B14F-4D97-AF65-F5344CB8AC3E}">
        <p14:creationId xmlns:p14="http://schemas.microsoft.com/office/powerpoint/2010/main" val="18429680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043F6-4AAB-41F8-A27F-F80078A20D2B}" type="slidenum">
              <a:rPr lang="en-US" smtClean="0"/>
              <a:t>19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kumimoji="1" lang="en-US" dirty="0"/>
              <a:t>Create and Run an Android app</a:t>
            </a:r>
            <a:endParaRPr lang="vi-VN"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901329" y="6320400"/>
            <a:ext cx="6071471" cy="365125"/>
          </a:xfrm>
        </p:spPr>
        <p:txBody>
          <a:bodyPr/>
          <a:lstStyle/>
          <a:p>
            <a:r>
              <a:rPr lang="en-US" dirty="0"/>
              <a:t>09e-BM/DT/FSOFT - @FPT SOFTWARE - FPT Software Academy - Internal Use</a:t>
            </a:r>
          </a:p>
        </p:txBody>
      </p:sp>
    </p:spTree>
    <p:extLst>
      <p:ext uri="{BB962C8B-B14F-4D97-AF65-F5344CB8AC3E}">
        <p14:creationId xmlns:p14="http://schemas.microsoft.com/office/powerpoint/2010/main" val="244022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>
                <a:cs typeface="Arial" charset="0"/>
              </a:rPr>
              <a:t>Creating a Project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043F6-4AAB-41F8-A27F-F80078A20D2B}" type="slidenum">
              <a:rPr lang="en-US" smtClean="0"/>
              <a:t>20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8459" y="1800479"/>
            <a:ext cx="5404281" cy="441361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8337" y="1384981"/>
            <a:ext cx="52801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Run Android Studio&gt; Click to ‘New Project’</a:t>
            </a:r>
          </a:p>
        </p:txBody>
      </p:sp>
      <p:sp>
        <p:nvSpPr>
          <p:cNvPr id="6" name="Rectangle 5"/>
          <p:cNvSpPr/>
          <p:nvPr/>
        </p:nvSpPr>
        <p:spPr>
          <a:xfrm>
            <a:off x="9071345" y="2100648"/>
            <a:ext cx="675503" cy="23065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901329" y="6320400"/>
            <a:ext cx="6071471" cy="365125"/>
          </a:xfrm>
        </p:spPr>
        <p:txBody>
          <a:bodyPr/>
          <a:lstStyle/>
          <a:p>
            <a:r>
              <a:rPr lang="en-US" dirty="0"/>
              <a:t>09e-BM/DT/FSOFT - @FPT SOFTWARE - FPT Software Academy - Internal Use</a:t>
            </a:r>
          </a:p>
        </p:txBody>
      </p:sp>
    </p:spTree>
    <p:extLst>
      <p:ext uri="{BB962C8B-B14F-4D97-AF65-F5344CB8AC3E}">
        <p14:creationId xmlns:p14="http://schemas.microsoft.com/office/powerpoint/2010/main" val="38803629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>
                <a:cs typeface="Arial" charset="0"/>
              </a:rPr>
              <a:t>Creating a Project (</a:t>
            </a:r>
            <a:r>
              <a:rPr lang="en-US" altLang="en-US" dirty="0" err="1">
                <a:cs typeface="Arial" charset="0"/>
              </a:rPr>
              <a:t>Cont</a:t>
            </a:r>
            <a:r>
              <a:rPr lang="en-US" altLang="en-US" dirty="0">
                <a:cs typeface="Arial" charset="0"/>
              </a:rPr>
              <a:t>)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dirty="0"/>
              <a:t>Select ‘Phone and Tablet’ 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dirty="0"/>
              <a:t>select any template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043F6-4AAB-41F8-A27F-F80078A20D2B}" type="slidenum">
              <a:rPr lang="en-US" smtClean="0"/>
              <a:t>21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5664" y="1671218"/>
            <a:ext cx="6295609" cy="4575459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255664" y="2290119"/>
            <a:ext cx="1110953" cy="273619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7059316" y="1948248"/>
            <a:ext cx="4185333" cy="393356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5948363" y="2000655"/>
            <a:ext cx="2952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07318" y="1666160"/>
            <a:ext cx="340884" cy="349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901329" y="6320400"/>
            <a:ext cx="6071471" cy="365125"/>
          </a:xfrm>
        </p:spPr>
        <p:txBody>
          <a:bodyPr/>
          <a:lstStyle/>
          <a:p>
            <a:r>
              <a:rPr lang="en-US" dirty="0"/>
              <a:t>09e-BM/DT/FSOFT - @FPT SOFTWARE - FPT Software Academy - Internal Use</a:t>
            </a:r>
          </a:p>
        </p:txBody>
      </p:sp>
    </p:spTree>
    <p:extLst>
      <p:ext uri="{BB962C8B-B14F-4D97-AF65-F5344CB8AC3E}">
        <p14:creationId xmlns:p14="http://schemas.microsoft.com/office/powerpoint/2010/main" val="9954094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>
                <a:cs typeface="Arial" charset="0"/>
              </a:rPr>
              <a:t>Creating a Project (</a:t>
            </a:r>
            <a:r>
              <a:rPr lang="en-US" altLang="en-US" dirty="0" err="1">
                <a:cs typeface="Arial" charset="0"/>
              </a:rPr>
              <a:t>Cont</a:t>
            </a:r>
            <a:r>
              <a:rPr lang="en-US" altLang="en-US" dirty="0">
                <a:cs typeface="Arial" charset="0"/>
              </a:rPr>
              <a:t>)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Fill up: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Name: Name of application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Package name: format </a:t>
            </a:r>
            <a:r>
              <a:rPr lang="en-US" dirty="0" err="1"/>
              <a:t>com.xxx.xxx</a:t>
            </a:r>
            <a:endParaRPr lang="en-US" dirty="0"/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Save location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Minimum SDK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Build </a:t>
            </a:r>
            <a:r>
              <a:rPr lang="en-US" dirty="0" err="1"/>
              <a:t>config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043F6-4AAB-41F8-A27F-F80078A20D2B}" type="slidenum">
              <a:rPr lang="en-US" smtClean="0"/>
              <a:t>22</a:t>
            </a:fld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1607" y="1783829"/>
            <a:ext cx="5582193" cy="4053588"/>
          </a:xfrm>
          <a:prstGeom prst="rect">
            <a:avLst/>
          </a:prstGeom>
        </p:spPr>
      </p:pic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901329" y="6320400"/>
            <a:ext cx="6071471" cy="365125"/>
          </a:xfrm>
        </p:spPr>
        <p:txBody>
          <a:bodyPr/>
          <a:lstStyle/>
          <a:p>
            <a:r>
              <a:rPr lang="en-US" dirty="0"/>
              <a:t>09e-BM/DT/FSOFT - @FPT SOFTWARE - FPT Software Academy - Internal Use</a:t>
            </a:r>
          </a:p>
        </p:txBody>
      </p:sp>
    </p:spTree>
    <p:extLst>
      <p:ext uri="{BB962C8B-B14F-4D97-AF65-F5344CB8AC3E}">
        <p14:creationId xmlns:p14="http://schemas.microsoft.com/office/powerpoint/2010/main" val="34813668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Project Components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043F6-4AAB-41F8-A27F-F80078A20D2B}" type="slidenum">
              <a:rPr lang="en-US" smtClean="0"/>
              <a:t>23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600585" y="1187348"/>
            <a:ext cx="5073803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App</a:t>
            </a: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Mainifests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Java</a:t>
            </a: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Java (generated)</a:t>
            </a: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Assets</a:t>
            </a: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res </a:t>
            </a:r>
          </a:p>
          <a:p>
            <a:pPr marL="1200150" lvl="2" indent="-285750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Drawable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00150" lvl="2" indent="-285750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Layout</a:t>
            </a:r>
          </a:p>
          <a:p>
            <a:pPr marL="1200150" lvl="2" indent="-285750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Mipmap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00150" lvl="2" indent="-285750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values</a:t>
            </a: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Gradle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Config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build, add library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4150" y="1681387"/>
            <a:ext cx="6211202" cy="434917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4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901329" y="6320400"/>
            <a:ext cx="6071471" cy="365125"/>
          </a:xfrm>
        </p:spPr>
        <p:txBody>
          <a:bodyPr/>
          <a:lstStyle/>
          <a:p>
            <a:r>
              <a:rPr lang="en-US" dirty="0"/>
              <a:t>09e-BM/DT/FSOFT - @FPT SOFTWARE - FPT Software Academy - Internal Use</a:t>
            </a:r>
          </a:p>
        </p:txBody>
      </p:sp>
    </p:spTree>
    <p:extLst>
      <p:ext uri="{BB962C8B-B14F-4D97-AF65-F5344CB8AC3E}">
        <p14:creationId xmlns:p14="http://schemas.microsoft.com/office/powerpoint/2010/main" val="34256185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Manifest File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en-US" sz="2200" dirty="0"/>
              <a:t>Contains characteristics about your application</a:t>
            </a:r>
          </a:p>
          <a:p>
            <a:pPr>
              <a:lnSpc>
                <a:spcPct val="130000"/>
              </a:lnSpc>
            </a:pPr>
            <a:r>
              <a:rPr lang="en-US" altLang="en-US" sz="2200" dirty="0"/>
              <a:t>When have more than one Activity in app, NEED to specify it in manifest file</a:t>
            </a:r>
          </a:p>
          <a:p>
            <a:pPr lvl="1">
              <a:lnSpc>
                <a:spcPct val="130000"/>
              </a:lnSpc>
            </a:pPr>
            <a:r>
              <a:rPr lang="en-US" altLang="en-US" sz="1800" dirty="0"/>
              <a:t>Go to graphical view of the manifest file</a:t>
            </a:r>
          </a:p>
          <a:p>
            <a:pPr lvl="1">
              <a:lnSpc>
                <a:spcPct val="130000"/>
              </a:lnSpc>
            </a:pPr>
            <a:r>
              <a:rPr lang="en-US" altLang="en-US" sz="1800" dirty="0"/>
              <a:t>Add an Activity in the bottom right</a:t>
            </a:r>
          </a:p>
          <a:p>
            <a:pPr lvl="1">
              <a:lnSpc>
                <a:spcPct val="130000"/>
              </a:lnSpc>
            </a:pPr>
            <a:r>
              <a:rPr lang="en-US" altLang="en-US" sz="1800" dirty="0"/>
              <a:t>Browse for the name of the activity</a:t>
            </a:r>
          </a:p>
          <a:p>
            <a:pPr>
              <a:lnSpc>
                <a:spcPct val="130000"/>
              </a:lnSpc>
            </a:pPr>
            <a:r>
              <a:rPr lang="en-US" altLang="en-US" sz="2200" dirty="0"/>
              <a:t>Need to specify Services and other components too</a:t>
            </a:r>
          </a:p>
          <a:p>
            <a:pPr>
              <a:lnSpc>
                <a:spcPct val="130000"/>
              </a:lnSpc>
            </a:pPr>
            <a:r>
              <a:rPr lang="en-US" altLang="en-US" sz="2200" dirty="0"/>
              <a:t>Also important to define permissions and external libraries, like Google Maps API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043F6-4AAB-41F8-A27F-F80078A20D2B}" type="slidenum">
              <a:rPr lang="en-US" smtClean="0"/>
              <a:t>24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901329" y="6320400"/>
            <a:ext cx="6071471" cy="365125"/>
          </a:xfrm>
        </p:spPr>
        <p:txBody>
          <a:bodyPr/>
          <a:lstStyle/>
          <a:p>
            <a:r>
              <a:rPr lang="en-US" dirty="0"/>
              <a:t>09e-BM/DT/FSOFT - @FPT SOFTWARE - FPT Software Academy - Internal Use</a:t>
            </a:r>
          </a:p>
        </p:txBody>
      </p:sp>
    </p:spTree>
    <p:extLst>
      <p:ext uri="{BB962C8B-B14F-4D97-AF65-F5344CB8AC3E}">
        <p14:creationId xmlns:p14="http://schemas.microsoft.com/office/powerpoint/2010/main" val="7620891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270281" y="3402768"/>
            <a:ext cx="9548734" cy="1304144"/>
          </a:xfrm>
          <a:prstGeom prst="rect">
            <a:avLst/>
          </a:prstGeom>
          <a:solidFill>
            <a:srgbClr val="FFF8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R Class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en-US" dirty="0"/>
              <a:t>Auto-generated: you shouldn’t edit it</a:t>
            </a:r>
          </a:p>
          <a:p>
            <a:pPr>
              <a:lnSpc>
                <a:spcPct val="130000"/>
              </a:lnSpc>
            </a:pPr>
            <a:r>
              <a:rPr lang="en-US" altLang="en-US" dirty="0"/>
              <a:t>Contains IDs of the project resources</a:t>
            </a:r>
          </a:p>
          <a:p>
            <a:pPr>
              <a:lnSpc>
                <a:spcPct val="130000"/>
              </a:lnSpc>
            </a:pPr>
            <a:r>
              <a:rPr lang="en-US" altLang="en-US" dirty="0"/>
              <a:t>Enforces good software engineering</a:t>
            </a:r>
          </a:p>
          <a:p>
            <a:pPr>
              <a:lnSpc>
                <a:spcPct val="130000"/>
              </a:lnSpc>
            </a:pPr>
            <a:r>
              <a:rPr lang="en-US" altLang="en-US" dirty="0"/>
              <a:t>Use </a:t>
            </a:r>
            <a:r>
              <a:rPr lang="en-US" altLang="en-US" dirty="0" err="1"/>
              <a:t>findViewById</a:t>
            </a:r>
            <a:r>
              <a:rPr lang="en-US" altLang="en-US" dirty="0"/>
              <a:t> and Resources object to get access to the resources</a:t>
            </a:r>
          </a:p>
          <a:p>
            <a:pPr lvl="1">
              <a:lnSpc>
                <a:spcPct val="130000"/>
              </a:lnSpc>
            </a:pPr>
            <a:r>
              <a:rPr lang="en-US" altLang="en-US" dirty="0"/>
              <a:t>Ex. Button b = (Button)</a:t>
            </a:r>
            <a:r>
              <a:rPr lang="en-US" altLang="en-US" dirty="0" err="1"/>
              <a:t>findViewById</a:t>
            </a:r>
            <a:r>
              <a:rPr lang="en-US" altLang="en-US" dirty="0"/>
              <a:t>(R.id.button1)</a:t>
            </a:r>
          </a:p>
          <a:p>
            <a:pPr lvl="1">
              <a:lnSpc>
                <a:spcPct val="130000"/>
              </a:lnSpc>
            </a:pPr>
            <a:r>
              <a:rPr lang="en-US" altLang="en-US" dirty="0"/>
              <a:t>Ex. </a:t>
            </a:r>
            <a:r>
              <a:rPr lang="en-US" altLang="en-US" dirty="0" err="1"/>
              <a:t>getResources</a:t>
            </a:r>
            <a:r>
              <a:rPr lang="en-US" altLang="en-US" dirty="0"/>
              <a:t>().</a:t>
            </a:r>
            <a:r>
              <a:rPr lang="en-US" altLang="en-US" dirty="0" err="1"/>
              <a:t>getString</a:t>
            </a:r>
            <a:r>
              <a:rPr lang="en-US" altLang="en-US" dirty="0"/>
              <a:t>(</a:t>
            </a:r>
            <a:r>
              <a:rPr lang="en-US" altLang="en-US" dirty="0" err="1"/>
              <a:t>R.string.</a:t>
            </a:r>
            <a:r>
              <a:rPr lang="en-US" altLang="en-US" i="1" dirty="0" err="1"/>
              <a:t>hello</a:t>
            </a:r>
            <a:r>
              <a:rPr lang="en-US" altLang="en-US" dirty="0"/>
              <a:t>));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043F6-4AAB-41F8-A27F-F80078A20D2B}" type="slidenum">
              <a:rPr lang="en-US" smtClean="0"/>
              <a:t>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901329" y="6320400"/>
            <a:ext cx="6071471" cy="365125"/>
          </a:xfrm>
        </p:spPr>
        <p:txBody>
          <a:bodyPr/>
          <a:lstStyle/>
          <a:p>
            <a:r>
              <a:rPr lang="en-US" dirty="0"/>
              <a:t>09e-BM/DT/FSOFT - @FPT SOFTWARE - FPT Software Academy - Internal Use</a:t>
            </a:r>
          </a:p>
        </p:txBody>
      </p:sp>
    </p:spTree>
    <p:extLst>
      <p:ext uri="{BB962C8B-B14F-4D97-AF65-F5344CB8AC3E}">
        <p14:creationId xmlns:p14="http://schemas.microsoft.com/office/powerpoint/2010/main" val="31075664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043F6-4AAB-41F8-A27F-F80078A20D2B}" type="slidenum">
              <a:rPr lang="en-US" smtClean="0"/>
              <a:t>26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USB Debugging</a:t>
            </a:r>
            <a:endParaRPr lang="en-US" i="1" dirty="0">
              <a:solidFill>
                <a:schemeClr val="tx1">
                  <a:lumMod val="85000"/>
                  <a:lumOff val="1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901329" y="6320400"/>
            <a:ext cx="6071471" cy="365125"/>
          </a:xfrm>
        </p:spPr>
        <p:txBody>
          <a:bodyPr/>
          <a:lstStyle/>
          <a:p>
            <a:r>
              <a:rPr lang="en-US" dirty="0"/>
              <a:t>09e-BM/DT/FSOFT - @FPT SOFTWARE - FPT Software Academy - Internal Use</a:t>
            </a:r>
          </a:p>
        </p:txBody>
      </p:sp>
    </p:spTree>
    <p:extLst>
      <p:ext uri="{BB962C8B-B14F-4D97-AF65-F5344CB8AC3E}">
        <p14:creationId xmlns:p14="http://schemas.microsoft.com/office/powerpoint/2010/main" val="32673976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USB Debugging</a:t>
            </a:r>
            <a:endParaRPr lang="en-US" i="1" dirty="0">
              <a:solidFill>
                <a:schemeClr val="tx1">
                  <a:lumMod val="85000"/>
                  <a:lumOff val="1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en-US" dirty="0"/>
              <a:t>Should be enabled on phone to use developer features</a:t>
            </a:r>
          </a:p>
          <a:p>
            <a:pPr>
              <a:lnSpc>
                <a:spcPct val="130000"/>
              </a:lnSpc>
            </a:pPr>
            <a:r>
              <a:rPr lang="en-US" altLang="en-US" dirty="0"/>
              <a:t>In the main apps screen select Settings -&gt; Applications -&gt; Development -&gt; USB debugging (it needs to be checked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043F6-4AAB-41F8-A27F-F80078A20D2B}" type="slidenum">
              <a:rPr lang="en-US" smtClean="0"/>
              <a:t>27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901329" y="6320400"/>
            <a:ext cx="6071471" cy="365125"/>
          </a:xfrm>
        </p:spPr>
        <p:txBody>
          <a:bodyPr/>
          <a:lstStyle/>
          <a:p>
            <a:r>
              <a:rPr lang="en-US" dirty="0"/>
              <a:t>09e-BM/DT/FSOFT - @FPT SOFTWARE - FPT Software Academy - Internal Use</a:t>
            </a:r>
          </a:p>
        </p:txBody>
      </p:sp>
    </p:spTree>
    <p:extLst>
      <p:ext uri="{BB962C8B-B14F-4D97-AF65-F5344CB8AC3E}">
        <p14:creationId xmlns:p14="http://schemas.microsoft.com/office/powerpoint/2010/main" val="70978615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Android Debug Bridge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en-US" dirty="0"/>
              <a:t>Used for a wide variety of developer tasks</a:t>
            </a:r>
          </a:p>
          <a:p>
            <a:pPr lvl="2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en-US" altLang="en-US" dirty="0"/>
              <a:t>Read from the log file</a:t>
            </a:r>
          </a:p>
          <a:p>
            <a:pPr lvl="2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en-US" altLang="en-US" dirty="0"/>
              <a:t>Show what android devices are available</a:t>
            </a:r>
          </a:p>
          <a:p>
            <a:pPr lvl="2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en-US" altLang="en-US" dirty="0"/>
              <a:t>Install android applications (.</a:t>
            </a:r>
            <a:r>
              <a:rPr lang="en-US" altLang="en-US" dirty="0" err="1"/>
              <a:t>apk</a:t>
            </a:r>
            <a:r>
              <a:rPr lang="en-US" altLang="en-US" dirty="0"/>
              <a:t> files)</a:t>
            </a:r>
          </a:p>
          <a:p>
            <a:pPr>
              <a:lnSpc>
                <a:spcPct val="130000"/>
              </a:lnSpc>
            </a:pPr>
            <a:r>
              <a:rPr lang="en-US" altLang="en-US" dirty="0"/>
              <a:t>In the ‘platform-tools’ directory of the main android </a:t>
            </a:r>
            <a:r>
              <a:rPr lang="en-US" altLang="en-US" dirty="0" err="1"/>
              <a:t>sdk</a:t>
            </a:r>
            <a:r>
              <a:rPr lang="en-US" altLang="en-US" dirty="0"/>
              <a:t> directory</a:t>
            </a:r>
          </a:p>
          <a:p>
            <a:pPr lvl="2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en-US" altLang="en-US" dirty="0"/>
              <a:t>Recommend putting this directory and the ‘tools’ directory on the system path</a:t>
            </a:r>
          </a:p>
          <a:p>
            <a:pPr>
              <a:lnSpc>
                <a:spcPct val="130000"/>
              </a:lnSpc>
            </a:pPr>
            <a:r>
              <a:rPr lang="en-US" altLang="en-US" dirty="0"/>
              <a:t>adb.exe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043F6-4AAB-41F8-A27F-F80078A20D2B}" type="slidenum">
              <a:rPr lang="en-US" smtClean="0"/>
              <a:t>28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901329" y="6320400"/>
            <a:ext cx="6071471" cy="365125"/>
          </a:xfrm>
        </p:spPr>
        <p:txBody>
          <a:bodyPr/>
          <a:lstStyle/>
          <a:p>
            <a:r>
              <a:rPr lang="en-US" dirty="0"/>
              <a:t>09e-BM/DT/FSOFT - @FPT SOFTWARE - FPT Software Academy - Internal Use</a:t>
            </a:r>
          </a:p>
        </p:txBody>
      </p:sp>
    </p:spTree>
    <p:extLst>
      <p:ext uri="{BB962C8B-B14F-4D97-AF65-F5344CB8AC3E}">
        <p14:creationId xmlns:p14="http://schemas.microsoft.com/office/powerpoint/2010/main" val="373106213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Debugging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idx="1"/>
          </p:nvPr>
        </p:nvSpPr>
        <p:spPr>
          <a:xfrm>
            <a:off x="735496" y="992476"/>
            <a:ext cx="10618304" cy="5171428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20000"/>
              </a:lnSpc>
            </a:pPr>
            <a:r>
              <a:rPr lang="en-US" altLang="en-US" dirty="0"/>
              <a:t>Instead of using traditional </a:t>
            </a:r>
            <a:r>
              <a:rPr lang="en-US" altLang="en-US" dirty="0" err="1"/>
              <a:t>System.out.println</a:t>
            </a:r>
            <a:r>
              <a:rPr lang="en-US" altLang="en-US" dirty="0"/>
              <a:t>, use the Log class</a:t>
            </a:r>
          </a:p>
          <a:p>
            <a:pPr lvl="1">
              <a:lnSpc>
                <a:spcPct val="120000"/>
              </a:lnSpc>
            </a:pPr>
            <a:r>
              <a:rPr lang="en-US" altLang="en-US" sz="1600" dirty="0"/>
              <a:t>Imported with </a:t>
            </a:r>
            <a:r>
              <a:rPr lang="en-US" altLang="en-US" sz="1600" dirty="0" err="1"/>
              <a:t>android.util.Log</a:t>
            </a:r>
            <a:endParaRPr lang="en-US" altLang="en-US" sz="1600" dirty="0"/>
          </a:p>
          <a:p>
            <a:pPr lvl="1">
              <a:lnSpc>
                <a:spcPct val="120000"/>
              </a:lnSpc>
            </a:pPr>
            <a:r>
              <a:rPr lang="en-US" altLang="en-US" sz="1600" dirty="0"/>
              <a:t>Multiple types of output (debug, warning, error, …)</a:t>
            </a:r>
          </a:p>
          <a:p>
            <a:pPr lvl="1">
              <a:lnSpc>
                <a:spcPct val="120000"/>
              </a:lnSpc>
            </a:pPr>
            <a:r>
              <a:rPr lang="en-US" altLang="en-US" sz="1600" dirty="0" err="1"/>
              <a:t>Log.d</a:t>
            </a:r>
            <a:r>
              <a:rPr lang="en-US" altLang="en-US" sz="1600" dirty="0"/>
              <a:t>(&lt;tag&gt;,&lt;string&gt;)</a:t>
            </a:r>
          </a:p>
          <a:p>
            <a:pPr>
              <a:lnSpc>
                <a:spcPct val="120000"/>
              </a:lnSpc>
            </a:pPr>
            <a:r>
              <a:rPr lang="en-US" altLang="en-US" dirty="0"/>
              <a:t>Can be read using logcat.</a:t>
            </a:r>
          </a:p>
          <a:p>
            <a:pPr lvl="1">
              <a:lnSpc>
                <a:spcPct val="120000"/>
              </a:lnSpc>
            </a:pPr>
            <a:r>
              <a:rPr lang="en-US" altLang="en-US" sz="1600" dirty="0"/>
              <a:t>Print out the whole log, which auto-updates</a:t>
            </a:r>
          </a:p>
          <a:p>
            <a:pPr lvl="2">
              <a:lnSpc>
                <a:spcPct val="120000"/>
              </a:lnSpc>
            </a:pPr>
            <a:r>
              <a:rPr lang="en-US" altLang="en-US" sz="1400" dirty="0" err="1"/>
              <a:t>adb</a:t>
            </a:r>
            <a:r>
              <a:rPr lang="en-US" altLang="en-US" sz="1400" dirty="0"/>
              <a:t> logcat</a:t>
            </a:r>
          </a:p>
          <a:p>
            <a:pPr lvl="1">
              <a:lnSpc>
                <a:spcPct val="120000"/>
              </a:lnSpc>
            </a:pPr>
            <a:r>
              <a:rPr lang="en-US" altLang="en-US" sz="1600" dirty="0"/>
              <a:t>Erase log</a:t>
            </a:r>
          </a:p>
          <a:p>
            <a:pPr lvl="2">
              <a:lnSpc>
                <a:spcPct val="120000"/>
              </a:lnSpc>
            </a:pPr>
            <a:r>
              <a:rPr lang="en-US" altLang="en-US" sz="1400" dirty="0" err="1"/>
              <a:t>adb</a:t>
            </a:r>
            <a:r>
              <a:rPr lang="en-US" altLang="en-US" sz="1400" dirty="0"/>
              <a:t> logcat –c</a:t>
            </a:r>
          </a:p>
          <a:p>
            <a:pPr lvl="1">
              <a:lnSpc>
                <a:spcPct val="120000"/>
              </a:lnSpc>
            </a:pPr>
            <a:r>
              <a:rPr lang="en-US" altLang="en-US" sz="1600" dirty="0"/>
              <a:t>Filter output via tags</a:t>
            </a:r>
          </a:p>
          <a:p>
            <a:pPr lvl="2">
              <a:lnSpc>
                <a:spcPct val="120000"/>
              </a:lnSpc>
            </a:pPr>
            <a:r>
              <a:rPr lang="en-US" altLang="en-US" sz="1400" dirty="0" err="1"/>
              <a:t>adb</a:t>
            </a:r>
            <a:r>
              <a:rPr lang="en-US" altLang="en-US" sz="1400" dirty="0"/>
              <a:t> logcat &lt;tag&gt;:&lt;</a:t>
            </a:r>
            <a:r>
              <a:rPr lang="en-US" altLang="en-US" sz="1400" dirty="0" err="1"/>
              <a:t>msg</a:t>
            </a:r>
            <a:r>
              <a:rPr lang="en-US" altLang="en-US" sz="1400" dirty="0"/>
              <a:t> type&gt; *:S</a:t>
            </a:r>
          </a:p>
          <a:p>
            <a:pPr lvl="2">
              <a:lnSpc>
                <a:spcPct val="120000"/>
              </a:lnSpc>
            </a:pPr>
            <a:r>
              <a:rPr lang="en-US" altLang="en-US" sz="1400" dirty="0"/>
              <a:t>can have multiple &lt;tag&gt;:&lt;</a:t>
            </a:r>
            <a:r>
              <a:rPr lang="en-US" altLang="en-US" sz="1400" dirty="0" err="1"/>
              <a:t>msg</a:t>
            </a:r>
            <a:r>
              <a:rPr lang="en-US" altLang="en-US" sz="1400" dirty="0"/>
              <a:t> type&gt; filters</a:t>
            </a:r>
          </a:p>
          <a:p>
            <a:pPr lvl="2">
              <a:lnSpc>
                <a:spcPct val="120000"/>
              </a:lnSpc>
            </a:pPr>
            <a:r>
              <a:rPr lang="en-US" altLang="en-US" sz="1400" dirty="0"/>
              <a:t>&lt;</a:t>
            </a:r>
            <a:r>
              <a:rPr lang="en-US" altLang="en-US" sz="1400" dirty="0" err="1"/>
              <a:t>msg</a:t>
            </a:r>
            <a:r>
              <a:rPr lang="en-US" altLang="en-US" sz="1400" dirty="0"/>
              <a:t> type&gt; corresponds to debug, warning, error, etc.</a:t>
            </a:r>
          </a:p>
          <a:p>
            <a:pPr lvl="2">
              <a:lnSpc>
                <a:spcPct val="120000"/>
              </a:lnSpc>
            </a:pPr>
            <a:r>
              <a:rPr lang="en-US" altLang="en-US" sz="1400" dirty="0"/>
              <a:t>If use </a:t>
            </a:r>
            <a:r>
              <a:rPr lang="en-US" altLang="en-US" sz="1400" dirty="0" err="1"/>
              <a:t>Log.d</a:t>
            </a:r>
            <a:r>
              <a:rPr lang="en-US" altLang="en-US" sz="1400" dirty="0"/>
              <a:t>(), then &lt;</a:t>
            </a:r>
            <a:r>
              <a:rPr lang="en-US" altLang="en-US" sz="1400" dirty="0" err="1"/>
              <a:t>msg</a:t>
            </a:r>
            <a:r>
              <a:rPr lang="en-US" altLang="en-US" sz="1400" dirty="0"/>
              <a:t> type&gt; = D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en-US" dirty="0"/>
              <a:t>Reference</a:t>
            </a:r>
          </a:p>
          <a:p>
            <a:pPr lvl="1">
              <a:lnSpc>
                <a:spcPct val="120000"/>
              </a:lnSpc>
            </a:pPr>
            <a:r>
              <a:rPr lang="en-US" altLang="en-US" sz="1400" dirty="0">
                <a:hlinkClick r:id="rId2"/>
              </a:rPr>
              <a:t>http://developer.android.com/guide/developing/debugging/debugging-log.html</a:t>
            </a:r>
            <a:endParaRPr lang="en-US" altLang="en-US" sz="14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043F6-4AAB-41F8-A27F-F80078A20D2B}" type="slidenum">
              <a:rPr lang="en-US" smtClean="0"/>
              <a:t>29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901329" y="6320400"/>
            <a:ext cx="6071471" cy="365125"/>
          </a:xfrm>
        </p:spPr>
        <p:txBody>
          <a:bodyPr/>
          <a:lstStyle/>
          <a:p>
            <a:r>
              <a:rPr lang="en-US" dirty="0"/>
              <a:t>09e-BM/DT/FSOFT - @FPT SOFTWARE - FPT Software Academy - Internal Use</a:t>
            </a:r>
          </a:p>
        </p:txBody>
      </p:sp>
    </p:spTree>
    <p:extLst>
      <p:ext uri="{BB962C8B-B14F-4D97-AF65-F5344CB8AC3E}">
        <p14:creationId xmlns:p14="http://schemas.microsoft.com/office/powerpoint/2010/main" val="232073824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cs typeface="Arial" charset="0"/>
              </a:rPr>
              <a:t>References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en-US" dirty="0">
                <a:cs typeface="Arial" charset="0"/>
              </a:rPr>
              <a:t>This lesson is a brief overview of some major concepts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en-US" dirty="0">
                <a:cs typeface="Arial" charset="0"/>
              </a:rPr>
              <a:t>Developer’s Guide</a:t>
            </a:r>
          </a:p>
          <a:p>
            <a:pPr lvl="1">
              <a:lnSpc>
                <a:spcPct val="130000"/>
              </a:lnSpc>
            </a:pPr>
            <a:r>
              <a:rPr lang="en-US" altLang="en-US" sz="2200" dirty="0">
                <a:cs typeface="Arial" charset="0"/>
                <a:hlinkClick r:id="rId2"/>
              </a:rPr>
              <a:t>http://developer.android.com/guide/index.html</a:t>
            </a:r>
            <a:endParaRPr lang="en-US" altLang="en-US" sz="2200" dirty="0">
              <a:cs typeface="Arial" charset="0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en-US" dirty="0">
                <a:cs typeface="Arial" charset="0"/>
              </a:rPr>
              <a:t>API Reference</a:t>
            </a:r>
          </a:p>
          <a:p>
            <a:pPr lvl="1">
              <a:lnSpc>
                <a:spcPct val="130000"/>
              </a:lnSpc>
            </a:pPr>
            <a:r>
              <a:rPr lang="en-US" altLang="en-US" sz="2200" dirty="0">
                <a:cs typeface="Arial" charset="0"/>
                <a:hlinkClick r:id="rId3"/>
              </a:rPr>
              <a:t>http://developer.android.com/reference/packages.html</a:t>
            </a:r>
            <a:endParaRPr lang="en-US" altLang="en-US" sz="2200" dirty="0">
              <a:cs typeface="Arial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043F6-4AAB-41F8-A27F-F80078A20D2B}" type="slidenum">
              <a:rPr lang="en-US" smtClean="0"/>
              <a:t>30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901329" y="6320400"/>
            <a:ext cx="6071471" cy="365125"/>
          </a:xfrm>
        </p:spPr>
        <p:txBody>
          <a:bodyPr/>
          <a:lstStyle/>
          <a:p>
            <a:r>
              <a:rPr lang="en-US" dirty="0"/>
              <a:t>09e-BM/DT/FSOFT - @FPT SOFTWARE - FPT Software Academy - Internal Use</a:t>
            </a:r>
          </a:p>
        </p:txBody>
      </p:sp>
    </p:spTree>
    <p:extLst>
      <p:ext uri="{BB962C8B-B14F-4D97-AF65-F5344CB8AC3E}">
        <p14:creationId xmlns:p14="http://schemas.microsoft.com/office/powerpoint/2010/main" val="364666913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CA194FB-EA5A-4C5E-89D4-46FBEFA208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2737" y="1908181"/>
            <a:ext cx="6528619" cy="2393760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altLang="en-US" sz="7200">
                <a:latin typeface="Arial" panose="020B0604020202020204" pitchFamily="34" charset="0"/>
                <a:cs typeface="Arial" panose="020B0604020202020204" pitchFamily="34" charset="0"/>
              </a:rPr>
              <a:t>THANK YOU!</a:t>
            </a:r>
            <a:endParaRPr lang="en-US" sz="88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5538FD-282F-4D83-A27C-8564589675E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9BD79DE-D5B1-43D7-B4E7-964F37060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09e-BM/DT/FSOFT - @FPT SOFTWARE - FPT Software Academy - Internal Use</a:t>
            </a:r>
          </a:p>
        </p:txBody>
      </p:sp>
    </p:spTree>
    <p:extLst>
      <p:ext uri="{BB962C8B-B14F-4D97-AF65-F5344CB8AC3E}">
        <p14:creationId xmlns:p14="http://schemas.microsoft.com/office/powerpoint/2010/main" val="1397771673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FA_2">
      <a:dk1>
        <a:sysClr val="windowText" lastClr="000000"/>
      </a:dk1>
      <a:lt1>
        <a:sysClr val="window" lastClr="FFFFFF"/>
      </a:lt1>
      <a:dk2>
        <a:srgbClr val="373545"/>
      </a:dk2>
      <a:lt2>
        <a:srgbClr val="C5E799"/>
      </a:lt2>
      <a:accent1>
        <a:srgbClr val="0070C0"/>
      </a:accent1>
      <a:accent2>
        <a:srgbClr val="50771B"/>
      </a:accent2>
      <a:accent3>
        <a:srgbClr val="75BDA7"/>
      </a:accent3>
      <a:accent4>
        <a:srgbClr val="A9DB66"/>
      </a:accent4>
      <a:accent5>
        <a:srgbClr val="84ACB6"/>
      </a:accent5>
      <a:accent6>
        <a:srgbClr val="774D0F"/>
      </a:accent6>
      <a:hlink>
        <a:srgbClr val="6B9F25"/>
      </a:hlink>
      <a:folHlink>
        <a:srgbClr val="9F6715"/>
      </a:folHlink>
    </a:clrScheme>
    <a:fontScheme name="FA_Template_Slide">
      <a:majorFont>
        <a:latin typeface="Roboto Condensed"/>
        <a:ea typeface=""/>
        <a:cs typeface=""/>
      </a:majorFont>
      <a:minorFont>
        <a:latin typeface="Roboto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528CF09F394974384566E65EE47413A" ma:contentTypeVersion="16" ma:contentTypeDescription="Create a new document." ma:contentTypeScope="" ma:versionID="98ddfa782b9d669c37fbc1536131ed92">
  <xsd:schema xmlns:xsd="http://www.w3.org/2001/XMLSchema" xmlns:xs="http://www.w3.org/2001/XMLSchema" xmlns:p="http://schemas.microsoft.com/office/2006/metadata/properties" xmlns:ns1="http://schemas.microsoft.com/sharepoint/v3" xmlns:ns2="fdf7c76c-27fb-4e64-a31b-b327cd9dae2a" xmlns:ns3="14d22854-e306-478f-bdc8-d341a49ba7cf" targetNamespace="http://schemas.microsoft.com/office/2006/metadata/properties" ma:root="true" ma:fieldsID="aa6127014cd717b31eed7c49a1ce335a" ns1:_="" ns2:_="" ns3:_="">
    <xsd:import namespace="http://schemas.microsoft.com/sharepoint/v3"/>
    <xsd:import namespace="fdf7c76c-27fb-4e64-a31b-b327cd9dae2a"/>
    <xsd:import namespace="14d22854-e306-478f-bdc8-d341a49ba7c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2:MediaServiceLocation" minOccurs="0"/>
                <xsd:element ref="ns2:MediaServiceBillingMetadata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2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3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df7c76c-27fb-4e64-a31b-b327cd9dae2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c97e1a9-fa82-4965-b735-0e061acf926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4d22854-e306-478f-bdc8-d341a49ba7cf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3fea1e68-4573-45f1-999c-2bd3829cc08b}" ma:internalName="TaxCatchAll" ma:showField="CatchAllData" ma:web="14d22854-e306-478f-bdc8-d341a49ba7c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4d22854-e306-478f-bdc8-d341a49ba7cf" xsi:nil="true"/>
    <lcf76f155ced4ddcb4097134ff3c332f xmlns="fdf7c76c-27fb-4e64-a31b-b327cd9dae2a">
      <Terms xmlns="http://schemas.microsoft.com/office/infopath/2007/PartnerControls"/>
    </lcf76f155ced4ddcb4097134ff3c332f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DF48B99-545A-4D7C-B0AC-45FED199F3E7}"/>
</file>

<file path=customXml/itemProps2.xml><?xml version="1.0" encoding="utf-8"?>
<ds:datastoreItem xmlns:ds="http://schemas.openxmlformats.org/officeDocument/2006/customXml" ds:itemID="{2D4D4774-CB51-419C-92F6-71187B614882}">
  <ds:schemaRefs>
    <ds:schemaRef ds:uri="http://www.w3.org/XML/1998/namespace"/>
    <ds:schemaRef ds:uri="http://purl.org/dc/terms/"/>
    <ds:schemaRef ds:uri="a63a8fc3-5317-4590-81fe-e8f47d064825"/>
    <ds:schemaRef ds:uri="http://purl.org/dc/elements/1.1/"/>
    <ds:schemaRef ds:uri="http://purl.org/dc/dcmitype/"/>
    <ds:schemaRef ds:uri="http://schemas.microsoft.com/office/2006/metadata/properties"/>
    <ds:schemaRef ds:uri="e0cd0512-3177-44a2-b64a-14df5803efa2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D3CACC64-8AC0-4E07-B24D-F72EA57ACE3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9Slide.vn</Template>
  <TotalTime>4087</TotalTime>
  <Words>1430</Words>
  <Application>Microsoft Office PowerPoint</Application>
  <PresentationFormat>Widescreen</PresentationFormat>
  <Paragraphs>236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8" baseType="lpstr">
      <vt:lpstr>Arial</vt:lpstr>
      <vt:lpstr>Arial Black</vt:lpstr>
      <vt:lpstr>Calibri</vt:lpstr>
      <vt:lpstr>Roboto Condensed</vt:lpstr>
      <vt:lpstr>Verdana</vt:lpstr>
      <vt:lpstr>Wingdings</vt:lpstr>
      <vt:lpstr>Office Theme</vt:lpstr>
      <vt:lpstr>Basic Android</vt:lpstr>
      <vt:lpstr>Agenda</vt:lpstr>
      <vt:lpstr>Introduction to Android Architecture</vt:lpstr>
      <vt:lpstr>Architecture Android</vt:lpstr>
      <vt:lpstr>Android S/W Stack - Application</vt:lpstr>
      <vt:lpstr>Android S/W Stack – App Framework</vt:lpstr>
      <vt:lpstr>Android S/W Stack – App Framework(Cont)</vt:lpstr>
      <vt:lpstr>Android S/W Stack – App Framework</vt:lpstr>
      <vt:lpstr>Android S/W Stack – Libraries</vt:lpstr>
      <vt:lpstr>Android S/W Stack – Runtime</vt:lpstr>
      <vt:lpstr>Android S/W Stack – Linux Kernel</vt:lpstr>
      <vt:lpstr>Introduction to Android automotive</vt:lpstr>
      <vt:lpstr>Introduction to Android automotive</vt:lpstr>
      <vt:lpstr>Prepare environment</vt:lpstr>
      <vt:lpstr>Tools</vt:lpstr>
      <vt:lpstr>Android SDK </vt:lpstr>
      <vt:lpstr>SDK Manager </vt:lpstr>
      <vt:lpstr>AVD</vt:lpstr>
      <vt:lpstr>Create and Run an Android app</vt:lpstr>
      <vt:lpstr>Creating a Project</vt:lpstr>
      <vt:lpstr>Creating a Project (Cont)</vt:lpstr>
      <vt:lpstr>Creating a Project (Cont)</vt:lpstr>
      <vt:lpstr>Project Components</vt:lpstr>
      <vt:lpstr>Manifest File</vt:lpstr>
      <vt:lpstr>R Class</vt:lpstr>
      <vt:lpstr>USB Debugging</vt:lpstr>
      <vt:lpstr>USB Debugging</vt:lpstr>
      <vt:lpstr>Android Debug Bridge</vt:lpstr>
      <vt:lpstr>Debugging</vt:lpstr>
      <vt:lpstr>References</vt:lpstr>
      <vt:lpstr>THANK YOU!</vt:lpstr>
    </vt:vector>
  </TitlesOfParts>
  <Manager>9Slide.vn</Manager>
  <Company>9Slide.vn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9Slide.vn</dc:subject>
  <dc:creator>HP</dc:creator>
  <dc:description>9Slide.vn</dc:description>
  <cp:lastModifiedBy>Hoan Doan Van</cp:lastModifiedBy>
  <cp:revision>269</cp:revision>
  <dcterms:created xsi:type="dcterms:W3CDTF">2019-08-06T02:53:49Z</dcterms:created>
  <dcterms:modified xsi:type="dcterms:W3CDTF">2023-09-28T03:44:49Z</dcterms:modified>
  <cp:category>9Slide.vn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0x0101004528CF09F394974384566E65EE47413A</vt:lpwstr>
  </property>
  <property fmtid="{D5CDD505-2E9C-101B-9397-08002B2CF9AE}" pid="3" name="Order">
    <vt:r8>34186600</vt:r8>
  </property>
  <property fmtid="{D5CDD505-2E9C-101B-9397-08002B2CF9AE}" pid="4" name="TriggerFlowInfo">
    <vt:lpwstr/>
  </property>
  <property fmtid="{D5CDD505-2E9C-101B-9397-08002B2CF9AE}" pid="5" name="_SourceUrl">
    <vt:lpwstr/>
  </property>
  <property fmtid="{D5CDD505-2E9C-101B-9397-08002B2CF9AE}" pid="6" name="_SharedFileIndex">
    <vt:lpwstr/>
  </property>
  <property fmtid="{D5CDD505-2E9C-101B-9397-08002B2CF9AE}" pid="7" name="ComplianceAssetId">
    <vt:lpwstr/>
  </property>
  <property fmtid="{D5CDD505-2E9C-101B-9397-08002B2CF9AE}" pid="8" name="_ExtendedDescription">
    <vt:lpwstr/>
  </property>
  <property fmtid="{D5CDD505-2E9C-101B-9397-08002B2CF9AE}" pid="9" name="MediaServiceImageTags">
    <vt:lpwstr/>
  </property>
</Properties>
</file>